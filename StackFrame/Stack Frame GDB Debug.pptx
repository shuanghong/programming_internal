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99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1BBBD6-DFA5-4633-A517-2F67F679ADDD}" v="140" dt="2019-04-18T09:50:17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5618" autoAdjust="0"/>
  </p:normalViewPr>
  <p:slideViewPr>
    <p:cSldViewPr snapToGrid="0">
      <p:cViewPr>
        <p:scale>
          <a:sx n="66" d="100"/>
          <a:sy n="66" d="100"/>
        </p:scale>
        <p:origin x="632" y="-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ngshuang Sun" userId="a9d9a207-8fe1-493b-bc8b-9ddb08beb3db" providerId="ADAL" clId="{301BBBD6-DFA5-4633-A517-2F67F679ADDD}"/>
    <pc:docChg chg="undo custSel addSld delSld modSld sldOrd">
      <pc:chgData name="Hongshuang Sun" userId="a9d9a207-8fe1-493b-bc8b-9ddb08beb3db" providerId="ADAL" clId="{301BBBD6-DFA5-4633-A517-2F67F679ADDD}" dt="2019-04-18T10:20:41.482" v="1648" actId="478"/>
      <pc:docMkLst>
        <pc:docMk/>
      </pc:docMkLst>
      <pc:sldChg chg="modNotesTx">
        <pc:chgData name="Hongshuang Sun" userId="a9d9a207-8fe1-493b-bc8b-9ddb08beb3db" providerId="ADAL" clId="{301BBBD6-DFA5-4633-A517-2F67F679ADDD}" dt="2019-04-18T07:14:48.726" v="1612" actId="20577"/>
        <pc:sldMkLst>
          <pc:docMk/>
          <pc:sldMk cId="560727201" sldId="257"/>
        </pc:sldMkLst>
      </pc:sldChg>
      <pc:sldChg chg="modNotesTx">
        <pc:chgData name="Hongshuang Sun" userId="a9d9a207-8fe1-493b-bc8b-9ddb08beb3db" providerId="ADAL" clId="{301BBBD6-DFA5-4633-A517-2F67F679ADDD}" dt="2019-03-04T07:32:14.688" v="0" actId="20577"/>
        <pc:sldMkLst>
          <pc:docMk/>
          <pc:sldMk cId="2858333225" sldId="258"/>
        </pc:sldMkLst>
      </pc:sldChg>
      <pc:sldChg chg="addSp delSp modSp add">
        <pc:chgData name="Hongshuang Sun" userId="a9d9a207-8fe1-493b-bc8b-9ddb08beb3db" providerId="ADAL" clId="{301BBBD6-DFA5-4633-A517-2F67F679ADDD}" dt="2019-03-07T07:47:47.877" v="1609" actId="403"/>
        <pc:sldMkLst>
          <pc:docMk/>
          <pc:sldMk cId="3516168546" sldId="259"/>
        </pc:sldMkLst>
        <pc:spChg chg="del">
          <ac:chgData name="Hongshuang Sun" userId="a9d9a207-8fe1-493b-bc8b-9ddb08beb3db" providerId="ADAL" clId="{301BBBD6-DFA5-4633-A517-2F67F679ADDD}" dt="2019-03-04T08:11:50.063" v="2" actId="478"/>
          <ac:spMkLst>
            <pc:docMk/>
            <pc:sldMk cId="3516168546" sldId="259"/>
            <ac:spMk id="3" creationId="{2163AB21-B261-4ECB-B585-D61D1926C298}"/>
          </ac:spMkLst>
        </pc:spChg>
        <pc:spChg chg="add mod">
          <ac:chgData name="Hongshuang Sun" userId="a9d9a207-8fe1-493b-bc8b-9ddb08beb3db" providerId="ADAL" clId="{301BBBD6-DFA5-4633-A517-2F67F679ADDD}" dt="2019-03-07T07:47:47.877" v="1609" actId="403"/>
          <ac:spMkLst>
            <pc:docMk/>
            <pc:sldMk cId="3516168546" sldId="259"/>
            <ac:spMk id="3" creationId="{5DF16904-651A-4B94-9F45-CEDF7DC51F7B}"/>
          </ac:spMkLst>
        </pc:spChg>
        <pc:spChg chg="add del mod">
          <ac:chgData name="Hongshuang Sun" userId="a9d9a207-8fe1-493b-bc8b-9ddb08beb3db" providerId="ADAL" clId="{301BBBD6-DFA5-4633-A517-2F67F679ADDD}" dt="2019-03-07T07:47:32.816" v="1602" actId="478"/>
          <ac:spMkLst>
            <pc:docMk/>
            <pc:sldMk cId="3516168546" sldId="259"/>
            <ac:spMk id="4" creationId="{2F007237-ED5D-488B-AEA4-F9522BBC4910}"/>
          </ac:spMkLst>
        </pc:spChg>
        <pc:spChg chg="add del mod">
          <ac:chgData name="Hongshuang Sun" userId="a9d9a207-8fe1-493b-bc8b-9ddb08beb3db" providerId="ADAL" clId="{301BBBD6-DFA5-4633-A517-2F67F679ADDD}" dt="2019-03-07T07:47:35.013" v="1603" actId="478"/>
          <ac:spMkLst>
            <pc:docMk/>
            <pc:sldMk cId="3516168546" sldId="259"/>
            <ac:spMk id="5" creationId="{DC2E68D2-159E-4FA5-8015-F7A640A436E3}"/>
          </ac:spMkLst>
        </pc:spChg>
        <pc:spChg chg="del mod">
          <ac:chgData name="Hongshuang Sun" userId="a9d9a207-8fe1-493b-bc8b-9ddb08beb3db" providerId="ADAL" clId="{301BBBD6-DFA5-4633-A517-2F67F679ADDD}" dt="2019-03-04T08:11:52.122" v="4" actId="478"/>
          <ac:spMkLst>
            <pc:docMk/>
            <pc:sldMk cId="3516168546" sldId="259"/>
            <ac:spMk id="6" creationId="{FFDC4313-2F16-487A-ADAC-3BD6DA726496}"/>
          </ac:spMkLst>
        </pc:spChg>
        <pc:spChg chg="del">
          <ac:chgData name="Hongshuang Sun" userId="a9d9a207-8fe1-493b-bc8b-9ddb08beb3db" providerId="ADAL" clId="{301BBBD6-DFA5-4633-A517-2F67F679ADDD}" dt="2019-03-04T08:11:53.744" v="5" actId="478"/>
          <ac:spMkLst>
            <pc:docMk/>
            <pc:sldMk cId="3516168546" sldId="259"/>
            <ac:spMk id="7" creationId="{AE35F12C-2D07-406A-ADFF-832018795C26}"/>
          </ac:spMkLst>
        </pc:spChg>
        <pc:picChg chg="del">
          <ac:chgData name="Hongshuang Sun" userId="a9d9a207-8fe1-493b-bc8b-9ddb08beb3db" providerId="ADAL" clId="{301BBBD6-DFA5-4633-A517-2F67F679ADDD}" dt="2019-03-04T08:11:55.141" v="6" actId="478"/>
          <ac:picMkLst>
            <pc:docMk/>
            <pc:sldMk cId="3516168546" sldId="259"/>
            <ac:picMk id="11" creationId="{75A33870-62D6-4BF0-87AB-B6FF6E37AA49}"/>
          </ac:picMkLst>
        </pc:picChg>
      </pc:sldChg>
      <pc:sldChg chg="addSp delSp modSp add modNotesTx">
        <pc:chgData name="Hongshuang Sun" userId="a9d9a207-8fe1-493b-bc8b-9ddb08beb3db" providerId="ADAL" clId="{301BBBD6-DFA5-4633-A517-2F67F679ADDD}" dt="2019-03-04T08:14:54.475" v="73" actId="20577"/>
        <pc:sldMkLst>
          <pc:docMk/>
          <pc:sldMk cId="3740874597" sldId="260"/>
        </pc:sldMkLst>
        <pc:spChg chg="mod">
          <ac:chgData name="Hongshuang Sun" userId="a9d9a207-8fe1-493b-bc8b-9ddb08beb3db" providerId="ADAL" clId="{301BBBD6-DFA5-4633-A517-2F67F679ADDD}" dt="2019-03-04T08:14:45.068" v="71" actId="1076"/>
          <ac:spMkLst>
            <pc:docMk/>
            <pc:sldMk cId="3740874597" sldId="260"/>
            <ac:spMk id="3" creationId="{2163AB21-B261-4ECB-B585-D61D1926C298}"/>
          </ac:spMkLst>
        </pc:spChg>
        <pc:spChg chg="del">
          <ac:chgData name="Hongshuang Sun" userId="a9d9a207-8fe1-493b-bc8b-9ddb08beb3db" providerId="ADAL" clId="{301BBBD6-DFA5-4633-A517-2F67F679ADDD}" dt="2019-03-04T08:14:17.401" v="65" actId="478"/>
          <ac:spMkLst>
            <pc:docMk/>
            <pc:sldMk cId="3740874597" sldId="260"/>
            <ac:spMk id="6" creationId="{FFDC4313-2F16-487A-ADAC-3BD6DA726496}"/>
          </ac:spMkLst>
        </pc:spChg>
        <pc:spChg chg="del mod">
          <ac:chgData name="Hongshuang Sun" userId="a9d9a207-8fe1-493b-bc8b-9ddb08beb3db" providerId="ADAL" clId="{301BBBD6-DFA5-4633-A517-2F67F679ADDD}" dt="2019-03-04T08:14:19.913" v="67" actId="478"/>
          <ac:spMkLst>
            <pc:docMk/>
            <pc:sldMk cId="3740874597" sldId="260"/>
            <ac:spMk id="7" creationId="{AE35F12C-2D07-406A-ADFF-832018795C26}"/>
          </ac:spMkLst>
        </pc:spChg>
        <pc:graphicFrameChg chg="add mod">
          <ac:chgData name="Hongshuang Sun" userId="a9d9a207-8fe1-493b-bc8b-9ddb08beb3db" providerId="ADAL" clId="{301BBBD6-DFA5-4633-A517-2F67F679ADDD}" dt="2019-03-04T08:14:40.014" v="70" actId="1076"/>
          <ac:graphicFrameMkLst>
            <pc:docMk/>
            <pc:sldMk cId="3740874597" sldId="260"/>
            <ac:graphicFrameMk id="8" creationId="{5389DE59-C0D2-4F33-8D11-192735F70AA9}"/>
          </ac:graphicFrameMkLst>
        </pc:graphicFrameChg>
        <pc:picChg chg="del">
          <ac:chgData name="Hongshuang Sun" userId="a9d9a207-8fe1-493b-bc8b-9ddb08beb3db" providerId="ADAL" clId="{301BBBD6-DFA5-4633-A517-2F67F679ADDD}" dt="2019-03-04T08:14:20.782" v="68" actId="478"/>
          <ac:picMkLst>
            <pc:docMk/>
            <pc:sldMk cId="3740874597" sldId="260"/>
            <ac:picMk id="11" creationId="{75A33870-62D6-4BF0-87AB-B6FF6E37AA49}"/>
          </ac:picMkLst>
        </pc:picChg>
      </pc:sldChg>
      <pc:sldChg chg="addSp delSp modSp add">
        <pc:chgData name="Hongshuang Sun" userId="a9d9a207-8fe1-493b-bc8b-9ddb08beb3db" providerId="ADAL" clId="{301BBBD6-DFA5-4633-A517-2F67F679ADDD}" dt="2019-03-04T08:18:06.255" v="79" actId="1076"/>
        <pc:sldMkLst>
          <pc:docMk/>
          <pc:sldMk cId="3218516578" sldId="261"/>
        </pc:sldMkLst>
        <pc:graphicFrameChg chg="del">
          <ac:chgData name="Hongshuang Sun" userId="a9d9a207-8fe1-493b-bc8b-9ddb08beb3db" providerId="ADAL" clId="{301BBBD6-DFA5-4633-A517-2F67F679ADDD}" dt="2019-03-04T08:18:00.062" v="76" actId="478"/>
          <ac:graphicFrameMkLst>
            <pc:docMk/>
            <pc:sldMk cId="3218516578" sldId="261"/>
            <ac:graphicFrameMk id="8" creationId="{5389DE59-C0D2-4F33-8D11-192735F70AA9}"/>
          </ac:graphicFrameMkLst>
        </pc:graphicFrameChg>
        <pc:picChg chg="add mod">
          <ac:chgData name="Hongshuang Sun" userId="a9d9a207-8fe1-493b-bc8b-9ddb08beb3db" providerId="ADAL" clId="{301BBBD6-DFA5-4633-A517-2F67F679ADDD}" dt="2019-03-04T08:18:06.255" v="79" actId="1076"/>
          <ac:picMkLst>
            <pc:docMk/>
            <pc:sldMk cId="3218516578" sldId="261"/>
            <ac:picMk id="4" creationId="{CEA30ED1-4E54-4ACE-9F37-A44E4196402A}"/>
          </ac:picMkLst>
        </pc:picChg>
      </pc:sldChg>
      <pc:sldChg chg="addSp delSp modSp add">
        <pc:chgData name="Hongshuang Sun" userId="a9d9a207-8fe1-493b-bc8b-9ddb08beb3db" providerId="ADAL" clId="{301BBBD6-DFA5-4633-A517-2F67F679ADDD}" dt="2019-03-04T08:30:42.287" v="188" actId="120"/>
        <pc:sldMkLst>
          <pc:docMk/>
          <pc:sldMk cId="3356629742" sldId="262"/>
        </pc:sldMkLst>
        <pc:spChg chg="add mod">
          <ac:chgData name="Hongshuang Sun" userId="a9d9a207-8fe1-493b-bc8b-9ddb08beb3db" providerId="ADAL" clId="{301BBBD6-DFA5-4633-A517-2F67F679ADDD}" dt="2019-03-04T08:30:42.287" v="188" actId="120"/>
          <ac:spMkLst>
            <pc:docMk/>
            <pc:sldMk cId="3356629742" sldId="262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4T08:19:03.053" v="83"/>
          <ac:spMkLst>
            <pc:docMk/>
            <pc:sldMk cId="3356629742" sldId="262"/>
            <ac:spMk id="3" creationId="{2163AB21-B261-4ECB-B585-D61D1926C298}"/>
          </ac:spMkLst>
        </pc:spChg>
        <pc:picChg chg="del">
          <ac:chgData name="Hongshuang Sun" userId="a9d9a207-8fe1-493b-bc8b-9ddb08beb3db" providerId="ADAL" clId="{301BBBD6-DFA5-4633-A517-2F67F679ADDD}" dt="2019-03-04T08:19:06.200" v="84" actId="478"/>
          <ac:picMkLst>
            <pc:docMk/>
            <pc:sldMk cId="3356629742" sldId="262"/>
            <ac:picMk id="4" creationId="{CEA30ED1-4E54-4ACE-9F37-A44E4196402A}"/>
          </ac:picMkLst>
        </pc:picChg>
        <pc:picChg chg="add mod">
          <ac:chgData name="Hongshuang Sun" userId="a9d9a207-8fe1-493b-bc8b-9ddb08beb3db" providerId="ADAL" clId="{301BBBD6-DFA5-4633-A517-2F67F679ADDD}" dt="2019-03-04T08:20:48.664" v="88" actId="1076"/>
          <ac:picMkLst>
            <pc:docMk/>
            <pc:sldMk cId="3356629742" sldId="262"/>
            <ac:picMk id="5" creationId="{5BD0F046-3E27-42B8-AEC4-EFB2468AD024}"/>
          </ac:picMkLst>
        </pc:picChg>
      </pc:sldChg>
      <pc:sldChg chg="addSp delSp modSp add">
        <pc:chgData name="Hongshuang Sun" userId="a9d9a207-8fe1-493b-bc8b-9ddb08beb3db" providerId="ADAL" clId="{301BBBD6-DFA5-4633-A517-2F67F679ADDD}" dt="2019-04-18T07:39:13.548" v="1630" actId="1076"/>
        <pc:sldMkLst>
          <pc:docMk/>
          <pc:sldMk cId="3211536931" sldId="263"/>
        </pc:sldMkLst>
        <pc:spChg chg="mod">
          <ac:chgData name="Hongshuang Sun" userId="a9d9a207-8fe1-493b-bc8b-9ddb08beb3db" providerId="ADAL" clId="{301BBBD6-DFA5-4633-A517-2F67F679ADDD}" dt="2019-03-05T01:42:11.325" v="376" actId="20577"/>
          <ac:spMkLst>
            <pc:docMk/>
            <pc:sldMk cId="3211536931" sldId="263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5T01:29:43.006" v="196" actId="20577"/>
          <ac:spMkLst>
            <pc:docMk/>
            <pc:sldMk cId="3211536931" sldId="263"/>
            <ac:spMk id="3" creationId="{2163AB21-B261-4ECB-B585-D61D1926C298}"/>
          </ac:spMkLst>
        </pc:spChg>
        <pc:picChg chg="add mod">
          <ac:chgData name="Hongshuang Sun" userId="a9d9a207-8fe1-493b-bc8b-9ddb08beb3db" providerId="ADAL" clId="{301BBBD6-DFA5-4633-A517-2F67F679ADDD}" dt="2019-04-18T07:39:13.548" v="1630" actId="1076"/>
          <ac:picMkLst>
            <pc:docMk/>
            <pc:sldMk cId="3211536931" sldId="263"/>
            <ac:picMk id="4" creationId="{EFBFE7E4-4707-4C68-91B8-7942F1A15966}"/>
          </ac:picMkLst>
        </pc:picChg>
        <pc:picChg chg="del">
          <ac:chgData name="Hongshuang Sun" userId="a9d9a207-8fe1-493b-bc8b-9ddb08beb3db" providerId="ADAL" clId="{301BBBD6-DFA5-4633-A517-2F67F679ADDD}" dt="2019-03-05T01:29:45.476" v="197" actId="478"/>
          <ac:picMkLst>
            <pc:docMk/>
            <pc:sldMk cId="3211536931" sldId="263"/>
            <ac:picMk id="5" creationId="{5BD0F046-3E27-42B8-AEC4-EFB2468AD024}"/>
          </ac:picMkLst>
        </pc:picChg>
        <pc:picChg chg="add del mod">
          <ac:chgData name="Hongshuang Sun" userId="a9d9a207-8fe1-493b-bc8b-9ddb08beb3db" providerId="ADAL" clId="{301BBBD6-DFA5-4633-A517-2F67F679ADDD}" dt="2019-03-05T09:11:40.958" v="712"/>
          <ac:picMkLst>
            <pc:docMk/>
            <pc:sldMk cId="3211536931" sldId="263"/>
            <ac:picMk id="6" creationId="{F98294C5-9B6D-44BE-B913-3951CB5D5EA9}"/>
          </ac:picMkLst>
        </pc:picChg>
      </pc:sldChg>
      <pc:sldChg chg="addSp modSp add modNotesTx">
        <pc:chgData name="Hongshuang Sun" userId="a9d9a207-8fe1-493b-bc8b-9ddb08beb3db" providerId="ADAL" clId="{301BBBD6-DFA5-4633-A517-2F67F679ADDD}" dt="2019-03-05T06:41:32.667" v="655" actId="6549"/>
        <pc:sldMkLst>
          <pc:docMk/>
          <pc:sldMk cId="423573846" sldId="264"/>
        </pc:sldMkLst>
        <pc:spChg chg="mod">
          <ac:chgData name="Hongshuang Sun" userId="a9d9a207-8fe1-493b-bc8b-9ddb08beb3db" providerId="ADAL" clId="{301BBBD6-DFA5-4633-A517-2F67F679ADDD}" dt="2019-03-05T06:41:32.667" v="655" actId="6549"/>
          <ac:spMkLst>
            <pc:docMk/>
            <pc:sldMk cId="423573846" sldId="264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5T06:32:34.035" v="598" actId="1076"/>
          <ac:spMkLst>
            <pc:docMk/>
            <pc:sldMk cId="423573846" sldId="264"/>
            <ac:spMk id="3" creationId="{2163AB21-B261-4ECB-B585-D61D1926C298}"/>
          </ac:spMkLst>
        </pc:spChg>
        <pc:picChg chg="add mod">
          <ac:chgData name="Hongshuang Sun" userId="a9d9a207-8fe1-493b-bc8b-9ddb08beb3db" providerId="ADAL" clId="{301BBBD6-DFA5-4633-A517-2F67F679ADDD}" dt="2019-03-05T06:38:04.388" v="643" actId="1076"/>
          <ac:picMkLst>
            <pc:docMk/>
            <pc:sldMk cId="423573846" sldId="264"/>
            <ac:picMk id="4" creationId="{46419363-8A05-4423-A5EB-6652CDC8C453}"/>
          </ac:picMkLst>
        </pc:picChg>
      </pc:sldChg>
      <pc:sldChg chg="addSp delSp modSp add">
        <pc:chgData name="Hongshuang Sun" userId="a9d9a207-8fe1-493b-bc8b-9ddb08beb3db" providerId="ADAL" clId="{301BBBD6-DFA5-4633-A517-2F67F679ADDD}" dt="2019-04-18T07:47:21.336" v="1642" actId="1076"/>
        <pc:sldMkLst>
          <pc:docMk/>
          <pc:sldMk cId="3328551163" sldId="265"/>
        </pc:sldMkLst>
        <pc:spChg chg="del mod">
          <ac:chgData name="Hongshuang Sun" userId="a9d9a207-8fe1-493b-bc8b-9ddb08beb3db" providerId="ADAL" clId="{301BBBD6-DFA5-4633-A517-2F67F679ADDD}" dt="2019-03-05T07:04:08.357" v="676" actId="478"/>
          <ac:spMkLst>
            <pc:docMk/>
            <pc:sldMk cId="3328551163" sldId="265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5T07:04:48.983" v="682" actId="27636"/>
          <ac:spMkLst>
            <pc:docMk/>
            <pc:sldMk cId="3328551163" sldId="265"/>
            <ac:spMk id="3" creationId="{2163AB21-B261-4ECB-B585-D61D1926C298}"/>
          </ac:spMkLst>
        </pc:spChg>
        <pc:spChg chg="add mod">
          <ac:chgData name="Hongshuang Sun" userId="a9d9a207-8fe1-493b-bc8b-9ddb08beb3db" providerId="ADAL" clId="{301BBBD6-DFA5-4633-A517-2F67F679ADDD}" dt="2019-04-18T07:46:20.780" v="1635" actId="14100"/>
          <ac:spMkLst>
            <pc:docMk/>
            <pc:sldMk cId="3328551163" sldId="265"/>
            <ac:spMk id="6" creationId="{29C0D684-0C94-48F0-9138-095DBBE81AC5}"/>
          </ac:spMkLst>
        </pc:spChg>
        <pc:picChg chg="add del mod">
          <ac:chgData name="Hongshuang Sun" userId="a9d9a207-8fe1-493b-bc8b-9ddb08beb3db" providerId="ADAL" clId="{301BBBD6-DFA5-4633-A517-2F67F679ADDD}" dt="2019-03-05T07:04:05.686" v="675" actId="478"/>
          <ac:picMkLst>
            <pc:docMk/>
            <pc:sldMk cId="3328551163" sldId="265"/>
            <ac:picMk id="4" creationId="{BC24A80B-5EA6-4A93-8375-923E4770F807}"/>
          </ac:picMkLst>
        </pc:picChg>
        <pc:picChg chg="add mod">
          <ac:chgData name="Hongshuang Sun" userId="a9d9a207-8fe1-493b-bc8b-9ddb08beb3db" providerId="ADAL" clId="{301BBBD6-DFA5-4633-A517-2F67F679ADDD}" dt="2019-04-18T07:47:21.336" v="1642" actId="1076"/>
          <ac:picMkLst>
            <pc:docMk/>
            <pc:sldMk cId="3328551163" sldId="265"/>
            <ac:picMk id="5" creationId="{3B086C9D-8A7D-4809-8D9F-4A964F737838}"/>
          </ac:picMkLst>
        </pc:picChg>
        <pc:picChg chg="add del">
          <ac:chgData name="Hongshuang Sun" userId="a9d9a207-8fe1-493b-bc8b-9ddb08beb3db" providerId="ADAL" clId="{301BBBD6-DFA5-4633-A517-2F67F679ADDD}" dt="2019-03-05T07:03:46.389" v="671" actId="478"/>
          <ac:picMkLst>
            <pc:docMk/>
            <pc:sldMk cId="3328551163" sldId="265"/>
            <ac:picMk id="5" creationId="{88705AFC-A766-4766-9578-7A2FA27CECA1}"/>
          </ac:picMkLst>
        </pc:picChg>
        <pc:picChg chg="add del mod">
          <ac:chgData name="Hongshuang Sun" userId="a9d9a207-8fe1-493b-bc8b-9ddb08beb3db" providerId="ADAL" clId="{301BBBD6-DFA5-4633-A517-2F67F679ADDD}" dt="2019-04-18T07:46:44.721" v="1637" actId="478"/>
          <ac:picMkLst>
            <pc:docMk/>
            <pc:sldMk cId="3328551163" sldId="265"/>
            <ac:picMk id="7" creationId="{AC139CF2-B238-4032-9B5D-051E465B6ECB}"/>
          </ac:picMkLst>
        </pc:picChg>
      </pc:sldChg>
      <pc:sldChg chg="addSp delSp modSp add">
        <pc:chgData name="Hongshuang Sun" userId="a9d9a207-8fe1-493b-bc8b-9ddb08beb3db" providerId="ADAL" clId="{301BBBD6-DFA5-4633-A517-2F67F679ADDD}" dt="2019-03-06T06:18:44.940" v="776" actId="1076"/>
        <pc:sldMkLst>
          <pc:docMk/>
          <pc:sldMk cId="3623595086" sldId="266"/>
        </pc:sldMkLst>
        <pc:spChg chg="del">
          <ac:chgData name="Hongshuang Sun" userId="a9d9a207-8fe1-493b-bc8b-9ddb08beb3db" providerId="ADAL" clId="{301BBBD6-DFA5-4633-A517-2F67F679ADDD}" dt="2019-03-05T09:19:09.205" v="724" actId="478"/>
          <ac:spMkLst>
            <pc:docMk/>
            <pc:sldMk cId="3623595086" sldId="266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5T09:17:46.691" v="721" actId="6549"/>
          <ac:spMkLst>
            <pc:docMk/>
            <pc:sldMk cId="3623595086" sldId="266"/>
            <ac:spMk id="3" creationId="{2163AB21-B261-4ECB-B585-D61D1926C298}"/>
          </ac:spMkLst>
        </pc:spChg>
        <pc:spChg chg="add del">
          <ac:chgData name="Hongshuang Sun" userId="a9d9a207-8fe1-493b-bc8b-9ddb08beb3db" providerId="ADAL" clId="{301BBBD6-DFA5-4633-A517-2F67F679ADDD}" dt="2019-03-05T09:08:20.066" v="696"/>
          <ac:spMkLst>
            <pc:docMk/>
            <pc:sldMk cId="3623595086" sldId="266"/>
            <ac:spMk id="6" creationId="{4A9F4C9A-AD2C-4C1C-81E0-4473205DDC37}"/>
          </ac:spMkLst>
        </pc:spChg>
        <pc:spChg chg="add mod">
          <ac:chgData name="Hongshuang Sun" userId="a9d9a207-8fe1-493b-bc8b-9ddb08beb3db" providerId="ADAL" clId="{301BBBD6-DFA5-4633-A517-2F67F679ADDD}" dt="2019-03-06T06:18:43.568" v="775" actId="14100"/>
          <ac:spMkLst>
            <pc:docMk/>
            <pc:sldMk cId="3623595086" sldId="266"/>
            <ac:spMk id="7" creationId="{5DE025F9-5BE8-4CA6-85B7-7C1AF67007F1}"/>
          </ac:spMkLst>
        </pc:spChg>
        <pc:picChg chg="del">
          <ac:chgData name="Hongshuang Sun" userId="a9d9a207-8fe1-493b-bc8b-9ddb08beb3db" providerId="ADAL" clId="{301BBBD6-DFA5-4633-A517-2F67F679ADDD}" dt="2019-03-05T07:06:31.923" v="689" actId="478"/>
          <ac:picMkLst>
            <pc:docMk/>
            <pc:sldMk cId="3623595086" sldId="266"/>
            <ac:picMk id="4" creationId="{BC24A80B-5EA6-4A93-8375-923E4770F807}"/>
          </ac:picMkLst>
        </pc:picChg>
        <pc:picChg chg="add del mod">
          <ac:chgData name="Hongshuang Sun" userId="a9d9a207-8fe1-493b-bc8b-9ddb08beb3db" providerId="ADAL" clId="{301BBBD6-DFA5-4633-A517-2F67F679ADDD}" dt="2019-03-05T09:19:06.079" v="723" actId="478"/>
          <ac:picMkLst>
            <pc:docMk/>
            <pc:sldMk cId="3623595086" sldId="266"/>
            <ac:picMk id="5" creationId="{2092F58F-E33D-4A32-99E6-4F3D76E3DCDF}"/>
          </ac:picMkLst>
        </pc:picChg>
        <pc:picChg chg="add del mod">
          <ac:chgData name="Hongshuang Sun" userId="a9d9a207-8fe1-493b-bc8b-9ddb08beb3db" providerId="ADAL" clId="{301BBBD6-DFA5-4633-A517-2F67F679ADDD}" dt="2019-03-05T09:24:05.728" v="732" actId="478"/>
          <ac:picMkLst>
            <pc:docMk/>
            <pc:sldMk cId="3623595086" sldId="266"/>
            <ac:picMk id="8" creationId="{71F38930-07E4-4CC9-A92A-FCF6EFF9DE77}"/>
          </ac:picMkLst>
        </pc:picChg>
        <pc:picChg chg="add mod">
          <ac:chgData name="Hongshuang Sun" userId="a9d9a207-8fe1-493b-bc8b-9ddb08beb3db" providerId="ADAL" clId="{301BBBD6-DFA5-4633-A517-2F67F679ADDD}" dt="2019-03-06T06:18:44.940" v="776" actId="1076"/>
          <ac:picMkLst>
            <pc:docMk/>
            <pc:sldMk cId="3623595086" sldId="266"/>
            <ac:picMk id="9" creationId="{8E709B91-5C6A-421B-8067-E7C3A7000424}"/>
          </ac:picMkLst>
        </pc:picChg>
      </pc:sldChg>
      <pc:sldChg chg="addSp delSp modSp add ord">
        <pc:chgData name="Hongshuang Sun" userId="a9d9a207-8fe1-493b-bc8b-9ddb08beb3db" providerId="ADAL" clId="{301BBBD6-DFA5-4633-A517-2F67F679ADDD}" dt="2019-03-05T09:12:28.737" v="720"/>
        <pc:sldMkLst>
          <pc:docMk/>
          <pc:sldMk cId="1717797633" sldId="267"/>
        </pc:sldMkLst>
        <pc:spChg chg="del">
          <ac:chgData name="Hongshuang Sun" userId="a9d9a207-8fe1-493b-bc8b-9ddb08beb3db" providerId="ADAL" clId="{301BBBD6-DFA5-4633-A517-2F67F679ADDD}" dt="2019-03-05T09:11:52.652" v="714" actId="478"/>
          <ac:spMkLst>
            <pc:docMk/>
            <pc:sldMk cId="1717797633" sldId="267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5T09:11:49.989" v="713" actId="313"/>
          <ac:spMkLst>
            <pc:docMk/>
            <pc:sldMk cId="1717797633" sldId="267"/>
            <ac:spMk id="3" creationId="{2163AB21-B261-4ECB-B585-D61D1926C298}"/>
          </ac:spMkLst>
        </pc:spChg>
        <pc:picChg chg="add mod">
          <ac:chgData name="Hongshuang Sun" userId="a9d9a207-8fe1-493b-bc8b-9ddb08beb3db" providerId="ADAL" clId="{301BBBD6-DFA5-4633-A517-2F67F679ADDD}" dt="2019-03-05T09:12:04.487" v="719" actId="1076"/>
          <ac:picMkLst>
            <pc:docMk/>
            <pc:sldMk cId="1717797633" sldId="267"/>
            <ac:picMk id="5" creationId="{686EAF50-5DF8-491A-AF6B-359D5AA79081}"/>
          </ac:picMkLst>
        </pc:picChg>
        <pc:picChg chg="del">
          <ac:chgData name="Hongshuang Sun" userId="a9d9a207-8fe1-493b-bc8b-9ddb08beb3db" providerId="ADAL" clId="{301BBBD6-DFA5-4633-A517-2F67F679ADDD}" dt="2019-03-05T09:08:34.172" v="698" actId="478"/>
          <ac:picMkLst>
            <pc:docMk/>
            <pc:sldMk cId="1717797633" sldId="267"/>
            <ac:picMk id="6" creationId="{F98294C5-9B6D-44BE-B913-3951CB5D5EA9}"/>
          </ac:picMkLst>
        </pc:picChg>
      </pc:sldChg>
      <pc:sldChg chg="add">
        <pc:chgData name="Hongshuang Sun" userId="a9d9a207-8fe1-493b-bc8b-9ddb08beb3db" providerId="ADAL" clId="{301BBBD6-DFA5-4633-A517-2F67F679ADDD}" dt="2019-03-05T09:18:02.937" v="722"/>
        <pc:sldMkLst>
          <pc:docMk/>
          <pc:sldMk cId="198321782" sldId="268"/>
        </pc:sldMkLst>
      </pc:sldChg>
      <pc:sldChg chg="addSp delSp modSp add">
        <pc:chgData name="Hongshuang Sun" userId="a9d9a207-8fe1-493b-bc8b-9ddb08beb3db" providerId="ADAL" clId="{301BBBD6-DFA5-4633-A517-2F67F679ADDD}" dt="2019-03-06T08:40:44.063" v="780" actId="1076"/>
        <pc:sldMkLst>
          <pc:docMk/>
          <pc:sldMk cId="2450235445" sldId="269"/>
        </pc:sldMkLst>
        <pc:spChg chg="mod">
          <ac:chgData name="Hongshuang Sun" userId="a9d9a207-8fe1-493b-bc8b-9ddb08beb3db" providerId="ADAL" clId="{301BBBD6-DFA5-4633-A517-2F67F679ADDD}" dt="2019-03-05T09:25:02.992" v="754" actId="20577"/>
          <ac:spMkLst>
            <pc:docMk/>
            <pc:sldMk cId="2450235445" sldId="269"/>
            <ac:spMk id="3" creationId="{2163AB21-B261-4ECB-B585-D61D1926C298}"/>
          </ac:spMkLst>
        </pc:spChg>
        <pc:spChg chg="mod">
          <ac:chgData name="Hongshuang Sun" userId="a9d9a207-8fe1-493b-bc8b-9ddb08beb3db" providerId="ADAL" clId="{301BBBD6-DFA5-4633-A517-2F67F679ADDD}" dt="2019-03-05T09:25:50.837" v="769" actId="14100"/>
          <ac:spMkLst>
            <pc:docMk/>
            <pc:sldMk cId="2450235445" sldId="269"/>
            <ac:spMk id="7" creationId="{5DE025F9-5BE8-4CA6-85B7-7C1AF67007F1}"/>
          </ac:spMkLst>
        </pc:spChg>
        <pc:picChg chg="add mod">
          <ac:chgData name="Hongshuang Sun" userId="a9d9a207-8fe1-493b-bc8b-9ddb08beb3db" providerId="ADAL" clId="{301BBBD6-DFA5-4633-A517-2F67F679ADDD}" dt="2019-03-06T08:40:44.063" v="780" actId="1076"/>
          <ac:picMkLst>
            <pc:docMk/>
            <pc:sldMk cId="2450235445" sldId="269"/>
            <ac:picMk id="4" creationId="{BAFA5803-E218-461A-9C0C-1513F08B0C42}"/>
          </ac:picMkLst>
        </pc:picChg>
        <pc:picChg chg="del">
          <ac:chgData name="Hongshuang Sun" userId="a9d9a207-8fe1-493b-bc8b-9ddb08beb3db" providerId="ADAL" clId="{301BBBD6-DFA5-4633-A517-2F67F679ADDD}" dt="2019-03-05T09:26:46.125" v="770" actId="478"/>
          <ac:picMkLst>
            <pc:docMk/>
            <pc:sldMk cId="2450235445" sldId="269"/>
            <ac:picMk id="9" creationId="{8E709B91-5C6A-421B-8067-E7C3A7000424}"/>
          </ac:picMkLst>
        </pc:picChg>
      </pc:sldChg>
      <pc:sldChg chg="addSp delSp modSp add modNotesTx">
        <pc:chgData name="Hongshuang Sun" userId="a9d9a207-8fe1-493b-bc8b-9ddb08beb3db" providerId="ADAL" clId="{301BBBD6-DFA5-4633-A517-2F67F679ADDD}" dt="2019-04-18T09:50:17.459" v="1643"/>
        <pc:sldMkLst>
          <pc:docMk/>
          <pc:sldMk cId="843002480" sldId="270"/>
        </pc:sldMkLst>
        <pc:spChg chg="add del mod">
          <ac:chgData name="Hongshuang Sun" userId="a9d9a207-8fe1-493b-bc8b-9ddb08beb3db" providerId="ADAL" clId="{301BBBD6-DFA5-4633-A517-2F67F679ADDD}" dt="2019-03-06T09:09:15.561" v="931" actId="6549"/>
          <ac:spMkLst>
            <pc:docMk/>
            <pc:sldMk cId="843002480" sldId="270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7T07:21:41.599" v="1539" actId="20577"/>
          <ac:spMkLst>
            <pc:docMk/>
            <pc:sldMk cId="843002480" sldId="270"/>
            <ac:spMk id="3" creationId="{2163AB21-B261-4ECB-B585-D61D1926C298}"/>
          </ac:spMkLst>
        </pc:spChg>
        <pc:picChg chg="add del">
          <ac:chgData name="Hongshuang Sun" userId="a9d9a207-8fe1-493b-bc8b-9ddb08beb3db" providerId="ADAL" clId="{301BBBD6-DFA5-4633-A517-2F67F679ADDD}" dt="2019-03-06T09:00:15.153" v="814" actId="478"/>
          <ac:picMkLst>
            <pc:docMk/>
            <pc:sldMk cId="843002480" sldId="270"/>
            <ac:picMk id="5" creationId="{2092F58F-E33D-4A32-99E6-4F3D76E3DCDF}"/>
          </ac:picMkLst>
        </pc:picChg>
        <pc:inkChg chg="add">
          <ac:chgData name="Hongshuang Sun" userId="a9d9a207-8fe1-493b-bc8b-9ddb08beb3db" providerId="ADAL" clId="{301BBBD6-DFA5-4633-A517-2F67F679ADDD}" dt="2019-04-18T09:50:17.459" v="1643"/>
          <ac:inkMkLst>
            <pc:docMk/>
            <pc:sldMk cId="843002480" sldId="270"/>
            <ac:inkMk id="4" creationId="{DDEBBD3B-15BC-44B5-A487-CE7725A0BE6A}"/>
          </ac:inkMkLst>
        </pc:inkChg>
      </pc:sldChg>
      <pc:sldChg chg="addSp modSp add modNotesTx">
        <pc:chgData name="Hongshuang Sun" userId="a9d9a207-8fe1-493b-bc8b-9ddb08beb3db" providerId="ADAL" clId="{301BBBD6-DFA5-4633-A517-2F67F679ADDD}" dt="2019-04-18T09:50:17.459" v="1643"/>
        <pc:sldMkLst>
          <pc:docMk/>
          <pc:sldMk cId="1659250050" sldId="271"/>
        </pc:sldMkLst>
        <pc:spChg chg="mod">
          <ac:chgData name="Hongshuang Sun" userId="a9d9a207-8fe1-493b-bc8b-9ddb08beb3db" providerId="ADAL" clId="{301BBBD6-DFA5-4633-A517-2F67F679ADDD}" dt="2019-03-06T09:21:32.281" v="1186" actId="1076"/>
          <ac:spMkLst>
            <pc:docMk/>
            <pc:sldMk cId="1659250050" sldId="271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7T07:21:38.270" v="1537" actId="20577"/>
          <ac:spMkLst>
            <pc:docMk/>
            <pc:sldMk cId="1659250050" sldId="271"/>
            <ac:spMk id="3" creationId="{2163AB21-B261-4ECB-B585-D61D1926C298}"/>
          </ac:spMkLst>
        </pc:spChg>
        <pc:inkChg chg="add">
          <ac:chgData name="Hongshuang Sun" userId="a9d9a207-8fe1-493b-bc8b-9ddb08beb3db" providerId="ADAL" clId="{301BBBD6-DFA5-4633-A517-2F67F679ADDD}" dt="2019-04-18T09:50:17.459" v="1643"/>
          <ac:inkMkLst>
            <pc:docMk/>
            <pc:sldMk cId="1659250050" sldId="271"/>
            <ac:inkMk id="4" creationId="{09582FE4-BD09-47AB-8174-A32368AE6640}"/>
          </ac:inkMkLst>
        </pc:inkChg>
      </pc:sldChg>
      <pc:sldChg chg="addSp delSp modSp add">
        <pc:chgData name="Hongshuang Sun" userId="a9d9a207-8fe1-493b-bc8b-9ddb08beb3db" providerId="ADAL" clId="{301BBBD6-DFA5-4633-A517-2F67F679ADDD}" dt="2019-03-07T07:21:33.539" v="1535" actId="20577"/>
        <pc:sldMkLst>
          <pc:docMk/>
          <pc:sldMk cId="60655135" sldId="272"/>
        </pc:sldMkLst>
        <pc:spChg chg="mod">
          <ac:chgData name="Hongshuang Sun" userId="a9d9a207-8fe1-493b-bc8b-9ddb08beb3db" providerId="ADAL" clId="{301BBBD6-DFA5-4633-A517-2F67F679ADDD}" dt="2019-03-06T09:30:26.258" v="1199" actId="1076"/>
          <ac:spMkLst>
            <pc:docMk/>
            <pc:sldMk cId="60655135" sldId="272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7T07:21:33.539" v="1535" actId="20577"/>
          <ac:spMkLst>
            <pc:docMk/>
            <pc:sldMk cId="60655135" sldId="272"/>
            <ac:spMk id="3" creationId="{2163AB21-B261-4ECB-B585-D61D1926C298}"/>
          </ac:spMkLst>
        </pc:spChg>
        <pc:picChg chg="add mod">
          <ac:chgData name="Hongshuang Sun" userId="a9d9a207-8fe1-493b-bc8b-9ddb08beb3db" providerId="ADAL" clId="{301BBBD6-DFA5-4633-A517-2F67F679ADDD}" dt="2019-03-06T09:30:29.419" v="1200" actId="1076"/>
          <ac:picMkLst>
            <pc:docMk/>
            <pc:sldMk cId="60655135" sldId="272"/>
            <ac:picMk id="4" creationId="{5999331F-EEE3-4EDB-9562-236E7C48B597}"/>
          </ac:picMkLst>
        </pc:picChg>
        <pc:picChg chg="add del mod">
          <ac:chgData name="Hongshuang Sun" userId="a9d9a207-8fe1-493b-bc8b-9ddb08beb3db" providerId="ADAL" clId="{301BBBD6-DFA5-4633-A517-2F67F679ADDD}" dt="2019-03-06T09:30:36.219" v="1203" actId="478"/>
          <ac:picMkLst>
            <pc:docMk/>
            <pc:sldMk cId="60655135" sldId="272"/>
            <ac:picMk id="5" creationId="{A231BB00-FE55-4156-BBEB-BA4B2A94F865}"/>
          </ac:picMkLst>
        </pc:picChg>
        <pc:picChg chg="add mod">
          <ac:chgData name="Hongshuang Sun" userId="a9d9a207-8fe1-493b-bc8b-9ddb08beb3db" providerId="ADAL" clId="{301BBBD6-DFA5-4633-A517-2F67F679ADDD}" dt="2019-03-06T09:30:50.712" v="1205" actId="1076"/>
          <ac:picMkLst>
            <pc:docMk/>
            <pc:sldMk cId="60655135" sldId="272"/>
            <ac:picMk id="6" creationId="{5303BA5A-DD26-430A-95FA-1E3145B3F9B0}"/>
          </ac:picMkLst>
        </pc:picChg>
        <pc:picChg chg="add mod">
          <ac:chgData name="Hongshuang Sun" userId="a9d9a207-8fe1-493b-bc8b-9ddb08beb3db" providerId="ADAL" clId="{301BBBD6-DFA5-4633-A517-2F67F679ADDD}" dt="2019-03-06T09:31:17.379" v="1209" actId="1076"/>
          <ac:picMkLst>
            <pc:docMk/>
            <pc:sldMk cId="60655135" sldId="272"/>
            <ac:picMk id="7" creationId="{18B5944A-C61D-4067-B5FE-725DEF618D2B}"/>
          </ac:picMkLst>
        </pc:picChg>
      </pc:sldChg>
      <pc:sldChg chg="addSp delSp modSp add">
        <pc:chgData name="Hongshuang Sun" userId="a9d9a207-8fe1-493b-bc8b-9ddb08beb3db" providerId="ADAL" clId="{301BBBD6-DFA5-4633-A517-2F67F679ADDD}" dt="2019-03-07T07:21:29.971" v="1533" actId="20577"/>
        <pc:sldMkLst>
          <pc:docMk/>
          <pc:sldMk cId="7428849" sldId="273"/>
        </pc:sldMkLst>
        <pc:spChg chg="mod">
          <ac:chgData name="Hongshuang Sun" userId="a9d9a207-8fe1-493b-bc8b-9ddb08beb3db" providerId="ADAL" clId="{301BBBD6-DFA5-4633-A517-2F67F679ADDD}" dt="2019-03-06T09:31:57.069" v="1213" actId="207"/>
          <ac:spMkLst>
            <pc:docMk/>
            <pc:sldMk cId="7428849" sldId="273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7T07:21:29.971" v="1533" actId="20577"/>
          <ac:spMkLst>
            <pc:docMk/>
            <pc:sldMk cId="7428849" sldId="273"/>
            <ac:spMk id="3" creationId="{2163AB21-B261-4ECB-B585-D61D1926C298}"/>
          </ac:spMkLst>
        </pc:spChg>
        <pc:picChg chg="del">
          <ac:chgData name="Hongshuang Sun" userId="a9d9a207-8fe1-493b-bc8b-9ddb08beb3db" providerId="ADAL" clId="{301BBBD6-DFA5-4633-A517-2F67F679ADDD}" dt="2019-03-06T09:32:01.188" v="1214" actId="478"/>
          <ac:picMkLst>
            <pc:docMk/>
            <pc:sldMk cId="7428849" sldId="273"/>
            <ac:picMk id="4" creationId="{5999331F-EEE3-4EDB-9562-236E7C48B597}"/>
          </ac:picMkLst>
        </pc:picChg>
        <pc:picChg chg="add mod">
          <ac:chgData name="Hongshuang Sun" userId="a9d9a207-8fe1-493b-bc8b-9ddb08beb3db" providerId="ADAL" clId="{301BBBD6-DFA5-4633-A517-2F67F679ADDD}" dt="2019-03-06T09:32:31.895" v="1221" actId="1076"/>
          <ac:picMkLst>
            <pc:docMk/>
            <pc:sldMk cId="7428849" sldId="273"/>
            <ac:picMk id="5" creationId="{03F882CF-AEB3-41E0-A94C-BA48D7D25CF2}"/>
          </ac:picMkLst>
        </pc:picChg>
        <pc:picChg chg="del">
          <ac:chgData name="Hongshuang Sun" userId="a9d9a207-8fe1-493b-bc8b-9ddb08beb3db" providerId="ADAL" clId="{301BBBD6-DFA5-4633-A517-2F67F679ADDD}" dt="2019-03-06T09:32:03.076" v="1215" actId="478"/>
          <ac:picMkLst>
            <pc:docMk/>
            <pc:sldMk cId="7428849" sldId="273"/>
            <ac:picMk id="6" creationId="{5303BA5A-DD26-430A-95FA-1E3145B3F9B0}"/>
          </ac:picMkLst>
        </pc:picChg>
        <pc:picChg chg="del mod">
          <ac:chgData name="Hongshuang Sun" userId="a9d9a207-8fe1-493b-bc8b-9ddb08beb3db" providerId="ADAL" clId="{301BBBD6-DFA5-4633-A517-2F67F679ADDD}" dt="2019-03-06T09:32:04.603" v="1217" actId="478"/>
          <ac:picMkLst>
            <pc:docMk/>
            <pc:sldMk cId="7428849" sldId="273"/>
            <ac:picMk id="7" creationId="{18B5944A-C61D-4067-B5FE-725DEF618D2B}"/>
          </ac:picMkLst>
        </pc:picChg>
        <pc:picChg chg="add mod">
          <ac:chgData name="Hongshuang Sun" userId="a9d9a207-8fe1-493b-bc8b-9ddb08beb3db" providerId="ADAL" clId="{301BBBD6-DFA5-4633-A517-2F67F679ADDD}" dt="2019-03-06T09:33:42.834" v="1223" actId="1076"/>
          <ac:picMkLst>
            <pc:docMk/>
            <pc:sldMk cId="7428849" sldId="273"/>
            <ac:picMk id="8" creationId="{EED8F27E-CA3E-4BEF-8FC2-DCB7CB85437C}"/>
          </ac:picMkLst>
        </pc:picChg>
        <pc:picChg chg="add mod">
          <ac:chgData name="Hongshuang Sun" userId="a9d9a207-8fe1-493b-bc8b-9ddb08beb3db" providerId="ADAL" clId="{301BBBD6-DFA5-4633-A517-2F67F679ADDD}" dt="2019-03-06T09:34:09.167" v="1225" actId="1076"/>
          <ac:picMkLst>
            <pc:docMk/>
            <pc:sldMk cId="7428849" sldId="273"/>
            <ac:picMk id="9" creationId="{C1B9D648-81F1-4CB1-9D8E-1BC7CFDF58A3}"/>
          </ac:picMkLst>
        </pc:picChg>
      </pc:sldChg>
      <pc:sldChg chg="addSp delSp modSp add">
        <pc:chgData name="Hongshuang Sun" userId="a9d9a207-8fe1-493b-bc8b-9ddb08beb3db" providerId="ADAL" clId="{301BBBD6-DFA5-4633-A517-2F67F679ADDD}" dt="2019-04-18T10:20:20.554" v="1645" actId="478"/>
        <pc:sldMkLst>
          <pc:docMk/>
          <pc:sldMk cId="2993166416" sldId="274"/>
        </pc:sldMkLst>
        <pc:spChg chg="mod">
          <ac:chgData name="Hongshuang Sun" userId="a9d9a207-8fe1-493b-bc8b-9ddb08beb3db" providerId="ADAL" clId="{301BBBD6-DFA5-4633-A517-2F67F679ADDD}" dt="2019-03-06T09:37:44.108" v="1233"/>
          <ac:spMkLst>
            <pc:docMk/>
            <pc:sldMk cId="2993166416" sldId="274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7T07:21:24.700" v="1531" actId="20577"/>
          <ac:spMkLst>
            <pc:docMk/>
            <pc:sldMk cId="2993166416" sldId="274"/>
            <ac:spMk id="3" creationId="{2163AB21-B261-4ECB-B585-D61D1926C298}"/>
          </ac:spMkLst>
        </pc:spChg>
        <pc:spChg chg="add mod">
          <ac:chgData name="Hongshuang Sun" userId="a9d9a207-8fe1-493b-bc8b-9ddb08beb3db" providerId="ADAL" clId="{301BBBD6-DFA5-4633-A517-2F67F679ADDD}" dt="2019-03-06T09:39:36.701" v="1241" actId="1076"/>
          <ac:spMkLst>
            <pc:docMk/>
            <pc:sldMk cId="2993166416" sldId="274"/>
            <ac:spMk id="7" creationId="{DF8D3195-A452-4AA6-9891-508B0740EB4E}"/>
          </ac:spMkLst>
        </pc:spChg>
        <pc:picChg chg="del">
          <ac:chgData name="Hongshuang Sun" userId="a9d9a207-8fe1-493b-bc8b-9ddb08beb3db" providerId="ADAL" clId="{301BBBD6-DFA5-4633-A517-2F67F679ADDD}" dt="2019-03-06T09:37:22.765" v="1232" actId="478"/>
          <ac:picMkLst>
            <pc:docMk/>
            <pc:sldMk cId="2993166416" sldId="274"/>
            <ac:picMk id="5" creationId="{03F882CF-AEB3-41E0-A94C-BA48D7D25CF2}"/>
          </ac:picMkLst>
        </pc:picChg>
        <pc:picChg chg="del">
          <ac:chgData name="Hongshuang Sun" userId="a9d9a207-8fe1-493b-bc8b-9ddb08beb3db" providerId="ADAL" clId="{301BBBD6-DFA5-4633-A517-2F67F679ADDD}" dt="2019-03-06T09:37:20.838" v="1230" actId="478"/>
          <ac:picMkLst>
            <pc:docMk/>
            <pc:sldMk cId="2993166416" sldId="274"/>
            <ac:picMk id="8" creationId="{EED8F27E-CA3E-4BEF-8FC2-DCB7CB85437C}"/>
          </ac:picMkLst>
        </pc:picChg>
        <pc:picChg chg="del">
          <ac:chgData name="Hongshuang Sun" userId="a9d9a207-8fe1-493b-bc8b-9ddb08beb3db" providerId="ADAL" clId="{301BBBD6-DFA5-4633-A517-2F67F679ADDD}" dt="2019-03-06T09:37:21.732" v="1231" actId="478"/>
          <ac:picMkLst>
            <pc:docMk/>
            <pc:sldMk cId="2993166416" sldId="274"/>
            <ac:picMk id="9" creationId="{C1B9D648-81F1-4CB1-9D8E-1BC7CFDF58A3}"/>
          </ac:picMkLst>
        </pc:picChg>
        <pc:inkChg chg="add del">
          <ac:chgData name="Hongshuang Sun" userId="a9d9a207-8fe1-493b-bc8b-9ddb08beb3db" providerId="ADAL" clId="{301BBBD6-DFA5-4633-A517-2F67F679ADDD}" dt="2019-04-18T10:20:20.554" v="1645" actId="478"/>
          <ac:inkMkLst>
            <pc:docMk/>
            <pc:sldMk cId="2993166416" sldId="274"/>
            <ac:inkMk id="4" creationId="{E8E076E8-E9F3-40BC-8F5B-E28F2BBF5A00}"/>
          </ac:inkMkLst>
        </pc:inkChg>
      </pc:sldChg>
      <pc:sldChg chg="addSp delSp modSp add">
        <pc:chgData name="Hongshuang Sun" userId="a9d9a207-8fe1-493b-bc8b-9ddb08beb3db" providerId="ADAL" clId="{301BBBD6-DFA5-4633-A517-2F67F679ADDD}" dt="2019-04-18T10:20:03.810" v="1644" actId="478"/>
        <pc:sldMkLst>
          <pc:docMk/>
          <pc:sldMk cId="4055603895" sldId="275"/>
        </pc:sldMkLst>
        <pc:spChg chg="del">
          <ac:chgData name="Hongshuang Sun" userId="a9d9a207-8fe1-493b-bc8b-9ddb08beb3db" providerId="ADAL" clId="{301BBBD6-DFA5-4633-A517-2F67F679ADDD}" dt="2019-03-06T09:45:55.931" v="1243" actId="478"/>
          <ac:spMkLst>
            <pc:docMk/>
            <pc:sldMk cId="4055603895" sldId="275"/>
            <ac:spMk id="2" creationId="{38F92AD6-2D27-4122-8542-0745BC34D9F1}"/>
          </ac:spMkLst>
        </pc:spChg>
        <pc:spChg chg="mod">
          <ac:chgData name="Hongshuang Sun" userId="a9d9a207-8fe1-493b-bc8b-9ddb08beb3db" providerId="ADAL" clId="{301BBBD6-DFA5-4633-A517-2F67F679ADDD}" dt="2019-03-07T07:21:52.945" v="1543" actId="27636"/>
          <ac:spMkLst>
            <pc:docMk/>
            <pc:sldMk cId="4055603895" sldId="275"/>
            <ac:spMk id="3" creationId="{2163AB21-B261-4ECB-B585-D61D1926C298}"/>
          </ac:spMkLst>
        </pc:spChg>
        <pc:spChg chg="del">
          <ac:chgData name="Hongshuang Sun" userId="a9d9a207-8fe1-493b-bc8b-9ddb08beb3db" providerId="ADAL" clId="{301BBBD6-DFA5-4633-A517-2F67F679ADDD}" dt="2019-03-06T09:45:58.601" v="1244" actId="478"/>
          <ac:spMkLst>
            <pc:docMk/>
            <pc:sldMk cId="4055603895" sldId="275"/>
            <ac:spMk id="7" creationId="{DF8D3195-A452-4AA6-9891-508B0740EB4E}"/>
          </ac:spMkLst>
        </pc:spChg>
        <pc:picChg chg="add mod">
          <ac:chgData name="Hongshuang Sun" userId="a9d9a207-8fe1-493b-bc8b-9ddb08beb3db" providerId="ADAL" clId="{301BBBD6-DFA5-4633-A517-2F67F679ADDD}" dt="2019-03-06T09:48:37.675" v="1269" actId="1076"/>
          <ac:picMkLst>
            <pc:docMk/>
            <pc:sldMk cId="4055603895" sldId="275"/>
            <ac:picMk id="4" creationId="{AEFE4715-0908-4297-910E-3183853B7824}"/>
          </ac:picMkLst>
        </pc:picChg>
        <pc:picChg chg="add mod">
          <ac:chgData name="Hongshuang Sun" userId="a9d9a207-8fe1-493b-bc8b-9ddb08beb3db" providerId="ADAL" clId="{301BBBD6-DFA5-4633-A517-2F67F679ADDD}" dt="2019-03-06T09:49:09.155" v="1271" actId="1076"/>
          <ac:picMkLst>
            <pc:docMk/>
            <pc:sldMk cId="4055603895" sldId="275"/>
            <ac:picMk id="5" creationId="{DE18654C-C4C0-4FB4-AC96-3F672045E4AA}"/>
          </ac:picMkLst>
        </pc:picChg>
        <pc:inkChg chg="add del">
          <ac:chgData name="Hongshuang Sun" userId="a9d9a207-8fe1-493b-bc8b-9ddb08beb3db" providerId="ADAL" clId="{301BBBD6-DFA5-4633-A517-2F67F679ADDD}" dt="2019-04-18T10:20:03.810" v="1644" actId="478"/>
          <ac:inkMkLst>
            <pc:docMk/>
            <pc:sldMk cId="4055603895" sldId="275"/>
            <ac:inkMk id="2" creationId="{E4C350BD-5D46-4C13-AF25-3D2FE95B3E9E}"/>
          </ac:inkMkLst>
        </pc:inkChg>
      </pc:sldChg>
      <pc:sldChg chg="addSp delSp modSp add modNotesTx">
        <pc:chgData name="Hongshuang Sun" userId="a9d9a207-8fe1-493b-bc8b-9ddb08beb3db" providerId="ADAL" clId="{301BBBD6-DFA5-4633-A517-2F67F679ADDD}" dt="2019-03-07T07:21:58.728" v="1547" actId="27636"/>
        <pc:sldMkLst>
          <pc:docMk/>
          <pc:sldMk cId="2837899530" sldId="276"/>
        </pc:sldMkLst>
        <pc:spChg chg="mod">
          <ac:chgData name="Hongshuang Sun" userId="a9d9a207-8fe1-493b-bc8b-9ddb08beb3db" providerId="ADAL" clId="{301BBBD6-DFA5-4633-A517-2F67F679ADDD}" dt="2019-03-07T07:21:58.728" v="1547" actId="27636"/>
          <ac:spMkLst>
            <pc:docMk/>
            <pc:sldMk cId="2837899530" sldId="276"/>
            <ac:spMk id="3" creationId="{2163AB21-B261-4ECB-B585-D61D1926C298}"/>
          </ac:spMkLst>
        </pc:spChg>
        <pc:picChg chg="add del mod">
          <ac:chgData name="Hongshuang Sun" userId="a9d9a207-8fe1-493b-bc8b-9ddb08beb3db" providerId="ADAL" clId="{301BBBD6-DFA5-4633-A517-2F67F679ADDD}" dt="2019-03-06T10:02:56.637" v="1421" actId="478"/>
          <ac:picMkLst>
            <pc:docMk/>
            <pc:sldMk cId="2837899530" sldId="276"/>
            <ac:picMk id="2" creationId="{7BA25C79-9313-4590-9094-16BABEE5B071}"/>
          </ac:picMkLst>
        </pc:picChg>
        <pc:picChg chg="del">
          <ac:chgData name="Hongshuang Sun" userId="a9d9a207-8fe1-493b-bc8b-9ddb08beb3db" providerId="ADAL" clId="{301BBBD6-DFA5-4633-A517-2F67F679ADDD}" dt="2019-03-06T09:49:49.860" v="1275" actId="478"/>
          <ac:picMkLst>
            <pc:docMk/>
            <pc:sldMk cId="2837899530" sldId="276"/>
            <ac:picMk id="4" creationId="{AEFE4715-0908-4297-910E-3183853B7824}"/>
          </ac:picMkLst>
        </pc:picChg>
        <pc:picChg chg="del">
          <ac:chgData name="Hongshuang Sun" userId="a9d9a207-8fe1-493b-bc8b-9ddb08beb3db" providerId="ADAL" clId="{301BBBD6-DFA5-4633-A517-2F67F679ADDD}" dt="2019-03-06T09:49:50.591" v="1276" actId="478"/>
          <ac:picMkLst>
            <pc:docMk/>
            <pc:sldMk cId="2837899530" sldId="276"/>
            <ac:picMk id="5" creationId="{DE18654C-C4C0-4FB4-AC96-3F672045E4AA}"/>
          </ac:picMkLst>
        </pc:picChg>
        <pc:picChg chg="add mod">
          <ac:chgData name="Hongshuang Sun" userId="a9d9a207-8fe1-493b-bc8b-9ddb08beb3db" providerId="ADAL" clId="{301BBBD6-DFA5-4633-A517-2F67F679ADDD}" dt="2019-03-06T10:04:04.990" v="1431" actId="1076"/>
          <ac:picMkLst>
            <pc:docMk/>
            <pc:sldMk cId="2837899530" sldId="276"/>
            <ac:picMk id="6" creationId="{BCDCC20D-5C93-4EDC-BC56-A9367A15AE99}"/>
          </ac:picMkLst>
        </pc:picChg>
        <pc:picChg chg="add mod">
          <ac:chgData name="Hongshuang Sun" userId="a9d9a207-8fe1-493b-bc8b-9ddb08beb3db" providerId="ADAL" clId="{301BBBD6-DFA5-4633-A517-2F67F679ADDD}" dt="2019-03-06T10:04:09.693" v="1433" actId="1076"/>
          <ac:picMkLst>
            <pc:docMk/>
            <pc:sldMk cId="2837899530" sldId="276"/>
            <ac:picMk id="7" creationId="{88462B6B-0DD2-454D-A3BE-E4FFC7855263}"/>
          </ac:picMkLst>
        </pc:picChg>
      </pc:sldChg>
      <pc:sldChg chg="addSp delSp modSp add modNotesTx">
        <pc:chgData name="Hongshuang Sun" userId="a9d9a207-8fe1-493b-bc8b-9ddb08beb3db" providerId="ADAL" clId="{301BBBD6-DFA5-4633-A517-2F67F679ADDD}" dt="2019-04-18T10:20:27.539" v="1646" actId="478"/>
        <pc:sldMkLst>
          <pc:docMk/>
          <pc:sldMk cId="3900826866" sldId="277"/>
        </pc:sldMkLst>
        <pc:spChg chg="mod">
          <ac:chgData name="Hongshuang Sun" userId="a9d9a207-8fe1-493b-bc8b-9ddb08beb3db" providerId="ADAL" clId="{301BBBD6-DFA5-4633-A517-2F67F679ADDD}" dt="2019-03-07T07:34:51.396" v="1587" actId="20577"/>
          <ac:spMkLst>
            <pc:docMk/>
            <pc:sldMk cId="3900826866" sldId="277"/>
            <ac:spMk id="3" creationId="{2163AB21-B261-4ECB-B585-D61D1926C298}"/>
          </ac:spMkLst>
        </pc:spChg>
        <pc:spChg chg="add mod">
          <ac:chgData name="Hongshuang Sun" userId="a9d9a207-8fe1-493b-bc8b-9ddb08beb3db" providerId="ADAL" clId="{301BBBD6-DFA5-4633-A517-2F67F679ADDD}" dt="2019-03-07T07:38:51.071" v="1593" actId="20577"/>
          <ac:spMkLst>
            <pc:docMk/>
            <pc:sldMk cId="3900826866" sldId="277"/>
            <ac:spMk id="8" creationId="{D5333A7D-1574-4D36-BFC0-2ABAC3EAB5FC}"/>
          </ac:spMkLst>
        </pc:spChg>
        <pc:picChg chg="add mod">
          <ac:chgData name="Hongshuang Sun" userId="a9d9a207-8fe1-493b-bc8b-9ddb08beb3db" providerId="ADAL" clId="{301BBBD6-DFA5-4633-A517-2F67F679ADDD}" dt="2019-03-07T03:02:08.898" v="1445" actId="1076"/>
          <ac:picMkLst>
            <pc:docMk/>
            <pc:sldMk cId="3900826866" sldId="277"/>
            <ac:picMk id="2" creationId="{A512356E-1045-40C8-8FA5-B543AD6FDC81}"/>
          </ac:picMkLst>
        </pc:picChg>
        <pc:picChg chg="add mod">
          <ac:chgData name="Hongshuang Sun" userId="a9d9a207-8fe1-493b-bc8b-9ddb08beb3db" providerId="ADAL" clId="{301BBBD6-DFA5-4633-A517-2F67F679ADDD}" dt="2019-03-07T07:34:54.659" v="1588" actId="1076"/>
          <ac:picMkLst>
            <pc:docMk/>
            <pc:sldMk cId="3900826866" sldId="277"/>
            <ac:picMk id="4" creationId="{72762126-5DD6-4663-9A0E-0E2C9276D0C1}"/>
          </ac:picMkLst>
        </pc:picChg>
        <pc:picChg chg="del">
          <ac:chgData name="Hongshuang Sun" userId="a9d9a207-8fe1-493b-bc8b-9ddb08beb3db" providerId="ADAL" clId="{301BBBD6-DFA5-4633-A517-2F67F679ADDD}" dt="2019-03-07T03:01:54.961" v="1443" actId="478"/>
          <ac:picMkLst>
            <pc:docMk/>
            <pc:sldMk cId="3900826866" sldId="277"/>
            <ac:picMk id="6" creationId="{BCDCC20D-5C93-4EDC-BC56-A9367A15AE99}"/>
          </ac:picMkLst>
        </pc:picChg>
        <pc:picChg chg="del">
          <ac:chgData name="Hongshuang Sun" userId="a9d9a207-8fe1-493b-bc8b-9ddb08beb3db" providerId="ADAL" clId="{301BBBD6-DFA5-4633-A517-2F67F679ADDD}" dt="2019-03-07T03:01:53.098" v="1442" actId="478"/>
          <ac:picMkLst>
            <pc:docMk/>
            <pc:sldMk cId="3900826866" sldId="277"/>
            <ac:picMk id="7" creationId="{88462B6B-0DD2-454D-A3BE-E4FFC7855263}"/>
          </ac:picMkLst>
        </pc:picChg>
        <pc:inkChg chg="add del">
          <ac:chgData name="Hongshuang Sun" userId="a9d9a207-8fe1-493b-bc8b-9ddb08beb3db" providerId="ADAL" clId="{301BBBD6-DFA5-4633-A517-2F67F679ADDD}" dt="2019-04-18T10:20:27.539" v="1646" actId="478"/>
          <ac:inkMkLst>
            <pc:docMk/>
            <pc:sldMk cId="3900826866" sldId="277"/>
            <ac:inkMk id="5" creationId="{ECBBC99F-DB5B-417C-AF73-F1A50944BAE6}"/>
          </ac:inkMkLst>
        </pc:inkChg>
      </pc:sldChg>
      <pc:sldChg chg="addSp delSp modSp add">
        <pc:chgData name="Hongshuang Sun" userId="a9d9a207-8fe1-493b-bc8b-9ddb08beb3db" providerId="ADAL" clId="{301BBBD6-DFA5-4633-A517-2F67F679ADDD}" dt="2019-04-18T10:20:32.651" v="1647" actId="478"/>
        <pc:sldMkLst>
          <pc:docMk/>
          <pc:sldMk cId="4119732709" sldId="278"/>
        </pc:sldMkLst>
        <pc:spChg chg="mod">
          <ac:chgData name="Hongshuang Sun" userId="a9d9a207-8fe1-493b-bc8b-9ddb08beb3db" providerId="ADAL" clId="{301BBBD6-DFA5-4633-A517-2F67F679ADDD}" dt="2019-03-07T07:20:38.209" v="1522" actId="6549"/>
          <ac:spMkLst>
            <pc:docMk/>
            <pc:sldMk cId="4119732709" sldId="278"/>
            <ac:spMk id="3" creationId="{2163AB21-B261-4ECB-B585-D61D1926C298}"/>
          </ac:spMkLst>
        </pc:spChg>
        <pc:spChg chg="add del mod">
          <ac:chgData name="Hongshuang Sun" userId="a9d9a207-8fe1-493b-bc8b-9ddb08beb3db" providerId="ADAL" clId="{301BBBD6-DFA5-4633-A517-2F67F679ADDD}" dt="2019-03-07T07:19:16.487" v="1514" actId="478"/>
          <ac:spMkLst>
            <pc:docMk/>
            <pc:sldMk cId="4119732709" sldId="278"/>
            <ac:spMk id="5" creationId="{15A7D9AA-5EE6-4E94-85D2-4237E7BBFAFE}"/>
          </ac:spMkLst>
        </pc:spChg>
        <pc:spChg chg="add mod">
          <ac:chgData name="Hongshuang Sun" userId="a9d9a207-8fe1-493b-bc8b-9ddb08beb3db" providerId="ADAL" clId="{301BBBD6-DFA5-4633-A517-2F67F679ADDD}" dt="2019-03-07T07:21:10.654" v="1529" actId="1076"/>
          <ac:spMkLst>
            <pc:docMk/>
            <pc:sldMk cId="4119732709" sldId="278"/>
            <ac:spMk id="6" creationId="{EFA2402D-8CC8-49C2-A0C0-AFF50D2E2377}"/>
          </ac:spMkLst>
        </pc:spChg>
        <pc:picChg chg="del">
          <ac:chgData name="Hongshuang Sun" userId="a9d9a207-8fe1-493b-bc8b-9ddb08beb3db" providerId="ADAL" clId="{301BBBD6-DFA5-4633-A517-2F67F679ADDD}" dt="2019-03-07T06:31:47.798" v="1474" actId="478"/>
          <ac:picMkLst>
            <pc:docMk/>
            <pc:sldMk cId="4119732709" sldId="278"/>
            <ac:picMk id="2" creationId="{A512356E-1045-40C8-8FA5-B543AD6FDC81}"/>
          </ac:picMkLst>
        </pc:picChg>
        <pc:picChg chg="del">
          <ac:chgData name="Hongshuang Sun" userId="a9d9a207-8fe1-493b-bc8b-9ddb08beb3db" providerId="ADAL" clId="{301BBBD6-DFA5-4633-A517-2F67F679ADDD}" dt="2019-03-07T06:31:48.657" v="1475" actId="478"/>
          <ac:picMkLst>
            <pc:docMk/>
            <pc:sldMk cId="4119732709" sldId="278"/>
            <ac:picMk id="4" creationId="{72762126-5DD6-4663-9A0E-0E2C9276D0C1}"/>
          </ac:picMkLst>
        </pc:picChg>
        <pc:picChg chg="add mod">
          <ac:chgData name="Hongshuang Sun" userId="a9d9a207-8fe1-493b-bc8b-9ddb08beb3db" providerId="ADAL" clId="{301BBBD6-DFA5-4633-A517-2F67F679ADDD}" dt="2019-03-07T07:20:55.892" v="1525" actId="1076"/>
          <ac:picMkLst>
            <pc:docMk/>
            <pc:sldMk cId="4119732709" sldId="278"/>
            <ac:picMk id="7" creationId="{48E65C99-29A4-43C9-B9E5-CC1F7AB13B56}"/>
          </ac:picMkLst>
        </pc:picChg>
        <pc:picChg chg="add mod">
          <ac:chgData name="Hongshuang Sun" userId="a9d9a207-8fe1-493b-bc8b-9ddb08beb3db" providerId="ADAL" clId="{301BBBD6-DFA5-4633-A517-2F67F679ADDD}" dt="2019-03-07T07:21:05.289" v="1528" actId="1076"/>
          <ac:picMkLst>
            <pc:docMk/>
            <pc:sldMk cId="4119732709" sldId="278"/>
            <ac:picMk id="8" creationId="{F1CC69BF-DA64-4F54-AC93-3E03434CC7FC}"/>
          </ac:picMkLst>
        </pc:picChg>
        <pc:inkChg chg="add del">
          <ac:chgData name="Hongshuang Sun" userId="a9d9a207-8fe1-493b-bc8b-9ddb08beb3db" providerId="ADAL" clId="{301BBBD6-DFA5-4633-A517-2F67F679ADDD}" dt="2019-04-18T10:20:32.651" v="1647" actId="478"/>
          <ac:inkMkLst>
            <pc:docMk/>
            <pc:sldMk cId="4119732709" sldId="278"/>
            <ac:inkMk id="2" creationId="{C51C7728-5BFE-4A9A-816E-8C46ECC09BDE}"/>
          </ac:inkMkLst>
        </pc:inkChg>
      </pc:sldChg>
      <pc:sldChg chg="addSp delSp modSp add">
        <pc:chgData name="Hongshuang Sun" userId="a9d9a207-8fe1-493b-bc8b-9ddb08beb3db" providerId="ADAL" clId="{301BBBD6-DFA5-4633-A517-2F67F679ADDD}" dt="2019-04-18T10:20:41.482" v="1648" actId="478"/>
        <pc:sldMkLst>
          <pc:docMk/>
          <pc:sldMk cId="1920212635" sldId="279"/>
        </pc:sldMkLst>
        <pc:spChg chg="mod">
          <ac:chgData name="Hongshuang Sun" userId="a9d9a207-8fe1-493b-bc8b-9ddb08beb3db" providerId="ADAL" clId="{301BBBD6-DFA5-4633-A517-2F67F679ADDD}" dt="2019-03-07T07:22:33.609" v="1562" actId="20577"/>
          <ac:spMkLst>
            <pc:docMk/>
            <pc:sldMk cId="1920212635" sldId="279"/>
            <ac:spMk id="3" creationId="{2163AB21-B261-4ECB-B585-D61D1926C298}"/>
          </ac:spMkLst>
        </pc:spChg>
        <pc:picChg chg="del">
          <ac:chgData name="Hongshuang Sun" userId="a9d9a207-8fe1-493b-bc8b-9ddb08beb3db" providerId="ADAL" clId="{301BBBD6-DFA5-4633-A517-2F67F679ADDD}" dt="2019-03-07T07:22:36.270" v="1563" actId="478"/>
          <ac:picMkLst>
            <pc:docMk/>
            <pc:sldMk cId="1920212635" sldId="279"/>
            <ac:picMk id="2" creationId="{A512356E-1045-40C8-8FA5-B543AD6FDC81}"/>
          </ac:picMkLst>
        </pc:picChg>
        <pc:picChg chg="del">
          <ac:chgData name="Hongshuang Sun" userId="a9d9a207-8fe1-493b-bc8b-9ddb08beb3db" providerId="ADAL" clId="{301BBBD6-DFA5-4633-A517-2F67F679ADDD}" dt="2019-03-07T07:22:37.174" v="1564" actId="478"/>
          <ac:picMkLst>
            <pc:docMk/>
            <pc:sldMk cId="1920212635" sldId="279"/>
            <ac:picMk id="4" creationId="{72762126-5DD6-4663-9A0E-0E2C9276D0C1}"/>
          </ac:picMkLst>
        </pc:picChg>
        <pc:picChg chg="add mod">
          <ac:chgData name="Hongshuang Sun" userId="a9d9a207-8fe1-493b-bc8b-9ddb08beb3db" providerId="ADAL" clId="{301BBBD6-DFA5-4633-A517-2F67F679ADDD}" dt="2019-03-07T07:29:33.238" v="1570" actId="1076"/>
          <ac:picMkLst>
            <pc:docMk/>
            <pc:sldMk cId="1920212635" sldId="279"/>
            <ac:picMk id="5" creationId="{156F299E-BDE6-4FEC-A828-839EA54B311C}"/>
          </ac:picMkLst>
        </pc:picChg>
        <pc:picChg chg="add mod">
          <ac:chgData name="Hongshuang Sun" userId="a9d9a207-8fe1-493b-bc8b-9ddb08beb3db" providerId="ADAL" clId="{301BBBD6-DFA5-4633-A517-2F67F679ADDD}" dt="2019-03-07T07:29:53.710" v="1571" actId="1076"/>
          <ac:picMkLst>
            <pc:docMk/>
            <pc:sldMk cId="1920212635" sldId="279"/>
            <ac:picMk id="6" creationId="{AC605DA8-ABCE-46CE-8AA6-6503E0975B94}"/>
          </ac:picMkLst>
        </pc:picChg>
        <pc:picChg chg="add mod">
          <ac:chgData name="Hongshuang Sun" userId="a9d9a207-8fe1-493b-bc8b-9ddb08beb3db" providerId="ADAL" clId="{301BBBD6-DFA5-4633-A517-2F67F679ADDD}" dt="2019-03-07T07:29:57.989" v="1573" actId="1076"/>
          <ac:picMkLst>
            <pc:docMk/>
            <pc:sldMk cId="1920212635" sldId="279"/>
            <ac:picMk id="7" creationId="{F4C934EC-0922-49A4-B41E-60457B3D8CD8}"/>
          </ac:picMkLst>
        </pc:picChg>
        <pc:inkChg chg="add del">
          <ac:chgData name="Hongshuang Sun" userId="a9d9a207-8fe1-493b-bc8b-9ddb08beb3db" providerId="ADAL" clId="{301BBBD6-DFA5-4633-A517-2F67F679ADDD}" dt="2019-04-18T10:20:41.482" v="1648" actId="478"/>
          <ac:inkMkLst>
            <pc:docMk/>
            <pc:sldMk cId="1920212635" sldId="279"/>
            <ac:inkMk id="2" creationId="{385C70FB-C701-4CF5-A7E6-9E8634B3B77A}"/>
          </ac:inkMkLst>
        </pc:inkChg>
      </pc:sldChg>
      <pc:sldChg chg="add">
        <pc:chgData name="Hongshuang Sun" userId="a9d9a207-8fe1-493b-bc8b-9ddb08beb3db" providerId="ADAL" clId="{301BBBD6-DFA5-4633-A517-2F67F679ADDD}" dt="2019-04-18T07:32:16.896" v="1613"/>
        <pc:sldMkLst>
          <pc:docMk/>
          <pc:sldMk cId="1612961639" sldId="281"/>
        </pc:sldMkLst>
      </pc:sldChg>
      <pc:sldChg chg="delSp add del">
        <pc:chgData name="Hongshuang Sun" userId="a9d9a207-8fe1-493b-bc8b-9ddb08beb3db" providerId="ADAL" clId="{301BBBD6-DFA5-4633-A517-2F67F679ADDD}" dt="2019-04-18T07:36:13.263" v="1617"/>
        <pc:sldMkLst>
          <pc:docMk/>
          <pc:sldMk cId="3935281325" sldId="282"/>
        </pc:sldMkLst>
        <pc:graphicFrameChg chg="del">
          <ac:chgData name="Hongshuang Sun" userId="a9d9a207-8fe1-493b-bc8b-9ddb08beb3db" providerId="ADAL" clId="{301BBBD6-DFA5-4633-A517-2F67F679ADDD}" dt="2019-04-18T07:36:09.307" v="1615"/>
          <ac:graphicFrameMkLst>
            <pc:docMk/>
            <pc:sldMk cId="3935281325" sldId="282"/>
            <ac:graphicFrameMk id="2" creationId="{A8072F55-BAD9-4CA3-9159-0AEC46A9752E}"/>
          </ac:graphicFrameMkLst>
        </pc:graphicFrameChg>
      </pc:sldChg>
      <pc:sldChg chg="add del">
        <pc:chgData name="Hongshuang Sun" userId="a9d9a207-8fe1-493b-bc8b-9ddb08beb3db" providerId="ADAL" clId="{301BBBD6-DFA5-4633-A517-2F67F679ADDD}" dt="2019-04-18T07:37:24.116" v="1626" actId="2696"/>
        <pc:sldMkLst>
          <pc:docMk/>
          <pc:sldMk cId="1672274496" sldId="283"/>
        </pc:sldMkLst>
      </pc:sldChg>
      <pc:sldChg chg="modSp add del">
        <pc:chgData name="Hongshuang Sun" userId="a9d9a207-8fe1-493b-bc8b-9ddb08beb3db" providerId="ADAL" clId="{301BBBD6-DFA5-4633-A517-2F67F679ADDD}" dt="2019-04-18T07:37:21.374" v="1625"/>
        <pc:sldMkLst>
          <pc:docMk/>
          <pc:sldMk cId="3375509399" sldId="284"/>
        </pc:sldMkLst>
        <pc:graphicFrameChg chg="mod">
          <ac:chgData name="Hongshuang Sun" userId="a9d9a207-8fe1-493b-bc8b-9ddb08beb3db" providerId="ADAL" clId="{301BBBD6-DFA5-4633-A517-2F67F679ADDD}" dt="2019-04-18T07:37:19.624" v="1624" actId="1076"/>
          <ac:graphicFrameMkLst>
            <pc:docMk/>
            <pc:sldMk cId="3375509399" sldId="284"/>
            <ac:graphicFrameMk id="1040" creationId="{00000000-0000-0000-0000-000000000000}"/>
          </ac:graphicFrameMkLst>
        </pc:graphicFrameChg>
        <pc:graphicFrameChg chg="mod">
          <ac:chgData name="Hongshuang Sun" userId="a9d9a207-8fe1-493b-bc8b-9ddb08beb3db" providerId="ADAL" clId="{301BBBD6-DFA5-4633-A517-2F67F679ADDD}" dt="2019-04-18T07:37:09.093" v="1620" actId="1076"/>
          <ac:graphicFrameMkLst>
            <pc:docMk/>
            <pc:sldMk cId="3375509399" sldId="284"/>
            <ac:graphicFrameMk id="1055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1B2B8-65DB-4A9F-BB91-AA339C216EEC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BD40C-40EB-4910-9DF6-1D68C0187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683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511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737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033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638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730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1603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574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313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060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BD40C-40EB-4910-9DF6-1D68C01874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9263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B1A9-41B7-4901-8E4E-D2CFF6085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A68DF-0E84-471D-A6C6-61F484C8E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FA3B1-3A92-46B4-BB69-7F1FE839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56DCF-5D74-4CFF-9F1C-FF2DA77A3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E776B-7D32-40E0-B5E2-F0155AA1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544C-470F-4302-BB4C-271FCF85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6609-2714-480F-A201-9C850354A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F3ED0-2D49-40ED-ABD0-47001C65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D04B1-2318-49D3-B20F-6965EB65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859EF-CB05-45F2-8EDD-37564829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5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59D4-1D04-4102-A8EB-ED954BE6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627C4-FA44-434C-A9F7-753E90D8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BD5B2-E4D8-4835-AFE1-C980E4F5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E4033-98DC-438C-8A2E-4AC7D9D3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277A0-4840-47CE-941F-F729E89F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4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58BC-2DB0-40F2-B4CA-86317315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4A09B-A130-4445-BB6A-DE65C5AA7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D215D-4A4A-47BE-B1EE-EF072F551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96D88-0068-45C7-B102-A7147E680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3512-0D67-4324-9B4E-AD4AA423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5A004-2C7D-41A8-BCF8-0D274568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9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667A-730F-4742-93AE-756298B2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BBF83-B060-45D4-A988-DDDBB0ECE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6D61D-AECC-4C01-A2E7-2F4D4974D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A5A18-CA66-4A37-A625-DAD0E0C3A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E891A4-DA50-46D9-ACD2-166B65446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4E5879-CB63-4058-9C23-CF533CBF8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326C74-0F4A-4D5A-A971-0AFD4E2D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9E6CF-F535-44C3-8A1F-EDBFBB3A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5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00C99-C4C4-4A73-8897-22862EE7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C0A42-80E8-4873-99EF-689515F76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AA1D4-C96D-41B5-858B-E098D0DD3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5CB87-C8FF-45DE-A64F-0CE7E561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9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1B8DE-4EC0-4081-BB72-35E5BD7C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58CA7D-A263-4081-B891-8E24ACEC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D4182-3686-4C2F-A0C6-BB8E41472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0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78C8-B80D-401F-9DA1-57DEF61A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FA126-2C33-4113-8CD4-33C775175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05D84-CFA7-4D2B-8EFF-2C63973BF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5DF96-261E-4FE0-85C4-FFD55E066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5F7A6-52ED-4469-B00C-9F23365A5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8CD4D-FB7E-4D50-BBB8-465A8E84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46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773C-B792-4037-98A6-1B02B5EF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58BC8-BD30-4109-B0E7-61893AE17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14602-A504-4BEC-BA99-F813EE915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8D845-96C8-4F87-8485-B68B2AB6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78E6E-7EB2-411B-A043-92565E8FF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F0753-26F2-4C41-B67C-AAA1AE83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3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1044D-875C-4905-AD05-2FE0B6311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F674D-E483-4F06-8E2A-C0193C244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E52A2-8E80-4CD9-86C4-32A49843C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1A131-E38E-40B3-959B-AE36A482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94DF6-3F7C-4983-B143-600C920B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2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2B93DA-9E4D-4069-A24D-F42DFA254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157D9-032A-4AA6-B11F-A5DF1C0D5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8D6A8-5C20-4071-AF9E-612D74FD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6537F-6711-4DC7-9361-BFB957EA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3DA75-6F16-4763-9BC0-4F7CB97A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C0607-F011-4095-BA1C-765862C6D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CEDA1-7781-4BC0-9D9C-B37BFEA0C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11076-261B-4DBE-AFF6-A4BA1BA29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6D5CB-2D69-48F3-85D4-45D58239DAFE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5FF35-AFDF-4A26-B936-F277C9C01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B386A-E740-4507-862E-3F77C87D6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72266-2747-486B-8C50-C95C10A23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65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163AB21-B261-4ECB-B585-D61D1926C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468" y="377867"/>
            <a:ext cx="8333874" cy="641099"/>
          </a:xfrm>
        </p:spPr>
        <p:txBody>
          <a:bodyPr>
            <a:normAutofit/>
          </a:bodyPr>
          <a:lstStyle/>
          <a:p>
            <a:r>
              <a:rPr lang="en-US" sz="3200" dirty="0"/>
              <a:t> Stack Frame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D404F-7548-4F9C-9E1C-F109C3E5B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8" y="910915"/>
            <a:ext cx="6667500" cy="5857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DCD579-56ED-4345-89F6-F6C028A7A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899" y="1989676"/>
            <a:ext cx="7130101" cy="352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874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163AB21-B261-4ECB-B585-D61D1926C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468" y="377867"/>
            <a:ext cx="8333874" cy="641099"/>
          </a:xfrm>
        </p:spPr>
        <p:txBody>
          <a:bodyPr>
            <a:normAutofit/>
          </a:bodyPr>
          <a:lstStyle/>
          <a:p>
            <a:r>
              <a:rPr lang="en-US" sz="3200" dirty="0"/>
              <a:t> Stack Frame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05C03-F326-412E-AD73-91C1E4182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01" y="1079458"/>
            <a:ext cx="7143750" cy="54006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810BAB-AD6D-43EE-90A3-3C5586969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50" y="1661531"/>
            <a:ext cx="4655206" cy="448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3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95353C-8166-47BE-A724-3CD45260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20" y="1038224"/>
            <a:ext cx="4881626" cy="4871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A00265-B565-49B9-9777-09093A147C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237" y="118514"/>
            <a:ext cx="4091643" cy="348443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DF9752-9805-4A01-841E-61AB0203742C}"/>
              </a:ext>
            </a:extLst>
          </p:cNvPr>
          <p:cNvCxnSpPr>
            <a:cxnSpLocks/>
          </p:cNvCxnSpPr>
          <p:nvPr/>
        </p:nvCxnSpPr>
        <p:spPr>
          <a:xfrm>
            <a:off x="4259766" y="1524674"/>
            <a:ext cx="2943922" cy="67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4E197C-F544-4025-983B-7E69FF484312}"/>
              </a:ext>
            </a:extLst>
          </p:cNvPr>
          <p:cNvCxnSpPr/>
          <p:nvPr/>
        </p:nvCxnSpPr>
        <p:spPr>
          <a:xfrm>
            <a:off x="1646468" y="1505415"/>
            <a:ext cx="25352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AEC733D-CC0D-4976-A2A2-7939E7FFAF91}"/>
              </a:ext>
            </a:extLst>
          </p:cNvPr>
          <p:cNvSpPr/>
          <p:nvPr/>
        </p:nvSpPr>
        <p:spPr>
          <a:xfrm>
            <a:off x="3992138" y="1614022"/>
            <a:ext cx="356838" cy="3585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4B0A551-E2D8-429F-AFD2-60DB55D94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766" y="3172521"/>
            <a:ext cx="3787256" cy="360292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710290-1D11-4C48-8875-9D11AF7748ED}"/>
              </a:ext>
            </a:extLst>
          </p:cNvPr>
          <p:cNvCxnSpPr>
            <a:cxnSpLocks/>
          </p:cNvCxnSpPr>
          <p:nvPr/>
        </p:nvCxnSpPr>
        <p:spPr>
          <a:xfrm>
            <a:off x="4412166" y="1860732"/>
            <a:ext cx="2024051" cy="174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14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95353C-8166-47BE-A724-3CD45260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20" y="1038224"/>
            <a:ext cx="4881626" cy="4871921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3AEC733D-CC0D-4976-A2A2-7939E7FFAF91}"/>
              </a:ext>
            </a:extLst>
          </p:cNvPr>
          <p:cNvSpPr/>
          <p:nvPr/>
        </p:nvSpPr>
        <p:spPr>
          <a:xfrm>
            <a:off x="4025590" y="2051824"/>
            <a:ext cx="386576" cy="16626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710290-1D11-4C48-8875-9D11AF7748ED}"/>
              </a:ext>
            </a:extLst>
          </p:cNvPr>
          <p:cNvCxnSpPr>
            <a:cxnSpLocks/>
          </p:cNvCxnSpPr>
          <p:nvPr/>
        </p:nvCxnSpPr>
        <p:spPr>
          <a:xfrm>
            <a:off x="4538546" y="2910468"/>
            <a:ext cx="1897671" cy="69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A5D8BA9-F832-48FF-8BFB-2CE02F3E6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925" y="1309901"/>
            <a:ext cx="5162128" cy="413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6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95353C-8166-47BE-A724-3CD45260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20" y="1038224"/>
            <a:ext cx="4881626" cy="4871921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3AEC733D-CC0D-4976-A2A2-7939E7FFAF91}"/>
              </a:ext>
            </a:extLst>
          </p:cNvPr>
          <p:cNvSpPr/>
          <p:nvPr/>
        </p:nvSpPr>
        <p:spPr>
          <a:xfrm>
            <a:off x="4204010" y="3892063"/>
            <a:ext cx="391436" cy="67993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43D1A-DA59-4C7E-8B40-88699DC57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255" y="1496844"/>
            <a:ext cx="5785921" cy="3610415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710290-1D11-4C48-8875-9D11AF7748ED}"/>
              </a:ext>
            </a:extLst>
          </p:cNvPr>
          <p:cNvCxnSpPr>
            <a:cxnSpLocks/>
          </p:cNvCxnSpPr>
          <p:nvPr/>
        </p:nvCxnSpPr>
        <p:spPr>
          <a:xfrm flipV="1">
            <a:off x="4772722" y="2074128"/>
            <a:ext cx="5551745" cy="2185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522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95353C-8166-47BE-A724-3CD45260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20" y="1038224"/>
            <a:ext cx="4881626" cy="4871921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3AEC733D-CC0D-4976-A2A2-7939E7FFAF91}"/>
              </a:ext>
            </a:extLst>
          </p:cNvPr>
          <p:cNvSpPr/>
          <p:nvPr/>
        </p:nvSpPr>
        <p:spPr>
          <a:xfrm>
            <a:off x="4259766" y="3602949"/>
            <a:ext cx="386576" cy="96905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43D1A-DA59-4C7E-8B40-88699DC57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255" y="1496844"/>
            <a:ext cx="5785921" cy="3610415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710290-1D11-4C48-8875-9D11AF7748ED}"/>
              </a:ext>
            </a:extLst>
          </p:cNvPr>
          <p:cNvCxnSpPr>
            <a:cxnSpLocks/>
          </p:cNvCxnSpPr>
          <p:nvPr/>
        </p:nvCxnSpPr>
        <p:spPr>
          <a:xfrm flipV="1">
            <a:off x="4538546" y="2074127"/>
            <a:ext cx="5785921" cy="83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750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8B44D2-FEFD-4FAB-9F56-C32C0F9D4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53" y="59476"/>
            <a:ext cx="4373295" cy="670669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561539-E13E-4057-9D7C-47AAAC4F1718}"/>
              </a:ext>
            </a:extLst>
          </p:cNvPr>
          <p:cNvCxnSpPr>
            <a:cxnSpLocks/>
          </p:cNvCxnSpPr>
          <p:nvPr/>
        </p:nvCxnSpPr>
        <p:spPr>
          <a:xfrm>
            <a:off x="4638907" y="434898"/>
            <a:ext cx="2286000" cy="4438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A327644-4AF2-42ED-8F39-FF86D706B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91405"/>
            <a:ext cx="4344006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03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8B44D2-FEFD-4FAB-9F56-C32C0F9D4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53" y="59476"/>
            <a:ext cx="4373295" cy="6706698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3AEC733D-CC0D-4976-A2A2-7939E7FFAF91}"/>
              </a:ext>
            </a:extLst>
          </p:cNvPr>
          <p:cNvSpPr/>
          <p:nvPr/>
        </p:nvSpPr>
        <p:spPr>
          <a:xfrm>
            <a:off x="3529361" y="413700"/>
            <a:ext cx="386576" cy="35573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238C5-AA0A-4923-98C0-AE555F788F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55" y="413700"/>
            <a:ext cx="4239217" cy="51823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561539-E13E-4057-9D7C-47AAAC4F1718}"/>
              </a:ext>
            </a:extLst>
          </p:cNvPr>
          <p:cNvCxnSpPr>
            <a:cxnSpLocks/>
          </p:cNvCxnSpPr>
          <p:nvPr/>
        </p:nvCxnSpPr>
        <p:spPr>
          <a:xfrm>
            <a:off x="3990798" y="672792"/>
            <a:ext cx="2984447" cy="2438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948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8B44D2-FEFD-4FAB-9F56-C32C0F9D4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53" y="14871"/>
            <a:ext cx="4373295" cy="6706698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3AEC733D-CC0D-4976-A2A2-7939E7FFAF91}"/>
              </a:ext>
            </a:extLst>
          </p:cNvPr>
          <p:cNvSpPr/>
          <p:nvPr/>
        </p:nvSpPr>
        <p:spPr>
          <a:xfrm>
            <a:off x="4075770" y="848599"/>
            <a:ext cx="386576" cy="5453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561539-E13E-4057-9D7C-47AAAC4F1718}"/>
              </a:ext>
            </a:extLst>
          </p:cNvPr>
          <p:cNvCxnSpPr>
            <a:cxnSpLocks/>
          </p:cNvCxnSpPr>
          <p:nvPr/>
        </p:nvCxnSpPr>
        <p:spPr>
          <a:xfrm>
            <a:off x="3990798" y="672792"/>
            <a:ext cx="2984447" cy="2438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4061A5B-03FD-4218-B539-BB2CD8BFA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217" y="443818"/>
            <a:ext cx="4601217" cy="5334744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AAF1ABC0-7F5C-47EA-BE2F-6A1B1E6E0285}"/>
              </a:ext>
            </a:extLst>
          </p:cNvPr>
          <p:cNvSpPr/>
          <p:nvPr/>
        </p:nvSpPr>
        <p:spPr>
          <a:xfrm>
            <a:off x="4108295" y="1569710"/>
            <a:ext cx="386576" cy="11734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DFE425-81A5-4EA8-B9E0-075B75864E5D}"/>
              </a:ext>
            </a:extLst>
          </p:cNvPr>
          <p:cNvSpPr txBox="1"/>
          <p:nvPr/>
        </p:nvSpPr>
        <p:spPr>
          <a:xfrm>
            <a:off x="4547318" y="936585"/>
            <a:ext cx="2164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r0~r3 </a:t>
            </a:r>
            <a:r>
              <a:rPr lang="zh-CN" altLang="en-US" dirty="0"/>
              <a:t>参数保存到栈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C3785C-2C2C-406D-9B6D-A9F79C2DC438}"/>
              </a:ext>
            </a:extLst>
          </p:cNvPr>
          <p:cNvSpPr txBox="1"/>
          <p:nvPr/>
        </p:nvSpPr>
        <p:spPr>
          <a:xfrm>
            <a:off x="4579842" y="1971789"/>
            <a:ext cx="2646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赋值并保存 </a:t>
            </a:r>
            <a:r>
              <a:rPr lang="en-US" dirty="0"/>
              <a:t>locVar1~locVar4 </a:t>
            </a:r>
            <a:r>
              <a:rPr lang="zh-CN" altLang="en-US" dirty="0"/>
              <a:t>到栈上</a:t>
            </a:r>
            <a:endParaRPr lang="en-US" dirty="0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7C93DF2C-E617-43C9-92BF-0F57AB84D9BD}"/>
              </a:ext>
            </a:extLst>
          </p:cNvPr>
          <p:cNvSpPr/>
          <p:nvPr/>
        </p:nvSpPr>
        <p:spPr>
          <a:xfrm>
            <a:off x="4144944" y="2919007"/>
            <a:ext cx="386576" cy="17868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29C7EE-E8ED-46FD-9CD9-2978A759C08A}"/>
              </a:ext>
            </a:extLst>
          </p:cNvPr>
          <p:cNvSpPr txBox="1"/>
          <p:nvPr/>
        </p:nvSpPr>
        <p:spPr>
          <a:xfrm>
            <a:off x="4579841" y="3610159"/>
            <a:ext cx="2646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para1+=1</a:t>
            </a:r>
          </a:p>
          <a:p>
            <a:r>
              <a:rPr lang="en-US" altLang="zh-CN" dirty="0"/>
              <a:t>...para4+=1</a:t>
            </a:r>
            <a:endParaRPr lang="en-US" dirty="0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A58E1FD-6024-450E-83DE-966CD9F1189A}"/>
              </a:ext>
            </a:extLst>
          </p:cNvPr>
          <p:cNvSpPr/>
          <p:nvPr/>
        </p:nvSpPr>
        <p:spPr>
          <a:xfrm>
            <a:off x="4134722" y="4838669"/>
            <a:ext cx="386576" cy="10714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A149E-FE55-43C8-8002-1D8F05255424}"/>
              </a:ext>
            </a:extLst>
          </p:cNvPr>
          <p:cNvSpPr txBox="1"/>
          <p:nvPr/>
        </p:nvSpPr>
        <p:spPr>
          <a:xfrm>
            <a:off x="4579840" y="5165864"/>
            <a:ext cx="2646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locVar1 + locVar2 + locVar3 + locVar4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79573F-5095-4E31-B1F7-30BBAFC1AB64}"/>
              </a:ext>
            </a:extLst>
          </p:cNvPr>
          <p:cNvCxnSpPr/>
          <p:nvPr/>
        </p:nvCxnSpPr>
        <p:spPr>
          <a:xfrm>
            <a:off x="1193180" y="6133171"/>
            <a:ext cx="3880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0BB1E38-675C-4178-84F4-4EDB95604448}"/>
              </a:ext>
            </a:extLst>
          </p:cNvPr>
          <p:cNvSpPr txBox="1"/>
          <p:nvPr/>
        </p:nvSpPr>
        <p:spPr>
          <a:xfrm>
            <a:off x="5211742" y="5836402"/>
            <a:ext cx="2646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结果保存在 </a:t>
            </a:r>
            <a:r>
              <a:rPr lang="en-US" altLang="zh-CN" dirty="0"/>
              <a:t>r0 </a:t>
            </a:r>
            <a:r>
              <a:rPr lang="zh-CN" altLang="en-US" dirty="0"/>
              <a:t>寄存器然后 </a:t>
            </a:r>
            <a:r>
              <a:rPr lang="en-US" altLang="zh-CN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563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8B44D2-FEFD-4FAB-9F56-C32C0F9D4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89" y="0"/>
            <a:ext cx="4373295" cy="6706698"/>
          </a:xfrm>
          <a:prstGeom prst="rect">
            <a:avLst/>
          </a:prstGeom>
        </p:spPr>
      </p:pic>
      <p:sp>
        <p:nvSpPr>
          <p:cNvPr id="13" name="Right Brace 12">
            <a:extLst>
              <a:ext uri="{FF2B5EF4-FFF2-40B4-BE49-F238E27FC236}">
                <a16:creationId xmlns:a16="http://schemas.microsoft.com/office/drawing/2014/main" id="{3A58E1FD-6024-450E-83DE-966CD9F1189A}"/>
              </a:ext>
            </a:extLst>
          </p:cNvPr>
          <p:cNvSpPr/>
          <p:nvPr/>
        </p:nvSpPr>
        <p:spPr>
          <a:xfrm>
            <a:off x="2977376" y="6188927"/>
            <a:ext cx="727013" cy="44133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53060-F082-40A8-ABAD-13988C93D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683" y="455858"/>
            <a:ext cx="6098615" cy="47292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DE9B654-A6A6-4EFF-9800-8ED8F445FD90}"/>
              </a:ext>
            </a:extLst>
          </p:cNvPr>
          <p:cNvSpPr txBox="1"/>
          <p:nvPr/>
        </p:nvSpPr>
        <p:spPr>
          <a:xfrm>
            <a:off x="5272521" y="5380672"/>
            <a:ext cx="58209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sp</a:t>
            </a:r>
            <a:r>
              <a:rPr lang="en-US" dirty="0"/>
              <a:t>=fp-0, </a:t>
            </a:r>
            <a:r>
              <a:rPr lang="en-US" dirty="0" err="1"/>
              <a:t>sp</a:t>
            </a:r>
            <a:r>
              <a:rPr lang="en-US" dirty="0"/>
              <a:t> </a:t>
            </a:r>
            <a:r>
              <a:rPr lang="zh-CN" altLang="en-US" dirty="0"/>
              <a:t>指向 </a:t>
            </a:r>
            <a:r>
              <a:rPr lang="en-US" dirty="0"/>
              <a:t>func4() </a:t>
            </a:r>
            <a:r>
              <a:rPr lang="zh-CN" altLang="en-US" dirty="0"/>
              <a:t>的栈基地址 </a:t>
            </a:r>
            <a:r>
              <a:rPr lang="en-US" altLang="zh-CN" dirty="0"/>
              <a:t>0</a:t>
            </a:r>
            <a:r>
              <a:rPr lang="en-US" dirty="0"/>
              <a:t>xfffef204;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弹出 </a:t>
            </a:r>
            <a:r>
              <a:rPr lang="en-US" altLang="zh-CN" dirty="0"/>
              <a:t>0</a:t>
            </a:r>
            <a:r>
              <a:rPr lang="en-US" dirty="0"/>
              <a:t>xfffef204 </a:t>
            </a:r>
            <a:r>
              <a:rPr lang="zh-CN" altLang="en-US" dirty="0"/>
              <a:t>处保存的 </a:t>
            </a:r>
            <a:r>
              <a:rPr lang="en-US" dirty="0"/>
              <a:t>main() </a:t>
            </a:r>
            <a:r>
              <a:rPr lang="zh-CN" altLang="en-US" dirty="0"/>
              <a:t>的 </a:t>
            </a:r>
            <a:r>
              <a:rPr lang="en-US" dirty="0" err="1"/>
              <a:t>fp</a:t>
            </a:r>
            <a:r>
              <a:rPr lang="en-US" dirty="0"/>
              <a:t>, </a:t>
            </a:r>
            <a:r>
              <a:rPr lang="zh-CN" altLang="en-US" dirty="0"/>
              <a:t>此时 寄存器 </a:t>
            </a:r>
            <a:r>
              <a:rPr lang="en-US" dirty="0" err="1"/>
              <a:t>fp</a:t>
            </a:r>
            <a:r>
              <a:rPr lang="en-US" dirty="0"/>
              <a:t> </a:t>
            </a:r>
            <a:r>
              <a:rPr lang="zh-CN" altLang="en-US" dirty="0"/>
              <a:t>恢复到 </a:t>
            </a:r>
            <a:r>
              <a:rPr lang="en-US" dirty="0"/>
              <a:t>main() </a:t>
            </a:r>
            <a:r>
              <a:rPr lang="zh-CN" altLang="en-US" dirty="0"/>
              <a:t>的 </a:t>
            </a:r>
            <a:r>
              <a:rPr lang="en-US" dirty="0" err="1"/>
              <a:t>fp</a:t>
            </a:r>
            <a:r>
              <a:rPr lang="en-US" dirty="0"/>
              <a:t>, </a:t>
            </a:r>
            <a:r>
              <a:rPr lang="zh-CN" altLang="en-US" dirty="0"/>
              <a:t>同时 </a:t>
            </a:r>
            <a:r>
              <a:rPr lang="en-US" dirty="0" err="1"/>
              <a:t>sp</a:t>
            </a:r>
            <a:r>
              <a:rPr lang="en-US" dirty="0"/>
              <a:t>=sp-4, </a:t>
            </a:r>
            <a:r>
              <a:rPr lang="zh-CN" altLang="en-US" dirty="0"/>
              <a:t>执向 </a:t>
            </a:r>
            <a:r>
              <a:rPr lang="en-US" dirty="0"/>
              <a:t>main() </a:t>
            </a:r>
            <a:r>
              <a:rPr lang="zh-CN" altLang="en-US" dirty="0"/>
              <a:t>的 </a:t>
            </a:r>
            <a:r>
              <a:rPr lang="en-US" dirty="0" err="1"/>
              <a:t>sp</a:t>
            </a:r>
            <a:r>
              <a:rPr lang="en-US" dirty="0"/>
              <a:t>;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跳转到 </a:t>
            </a:r>
            <a:r>
              <a:rPr lang="en-US" altLang="zh-CN" dirty="0" err="1"/>
              <a:t>lr</a:t>
            </a:r>
            <a:r>
              <a:rPr lang="en-US" altLang="zh-CN" dirty="0"/>
              <a:t>, </a:t>
            </a:r>
            <a:r>
              <a:rPr lang="zh-CN" altLang="en-US" dirty="0"/>
              <a:t>返回到 </a:t>
            </a:r>
            <a:r>
              <a:rPr lang="en-US" altLang="zh-CN" dirty="0"/>
              <a:t>main() </a:t>
            </a:r>
            <a:r>
              <a:rPr lang="zh-CN" altLang="en-US" dirty="0"/>
              <a:t>继续执行</a:t>
            </a:r>
            <a:r>
              <a:rPr lang="en-US" altLang="zh-CN" dirty="0"/>
              <a:t>.</a:t>
            </a:r>
            <a:endParaRPr lang="en-US" dirty="0"/>
          </a:p>
          <a:p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313015-2F56-4273-A5AD-5E71136982A9}"/>
              </a:ext>
            </a:extLst>
          </p:cNvPr>
          <p:cNvCxnSpPr>
            <a:cxnSpLocks/>
          </p:cNvCxnSpPr>
          <p:nvPr/>
        </p:nvCxnSpPr>
        <p:spPr>
          <a:xfrm flipV="1">
            <a:off x="4081346" y="5965902"/>
            <a:ext cx="1052337" cy="223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665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163AB21-B261-4ECB-B585-D61D1926C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468" y="377867"/>
            <a:ext cx="8333874" cy="641099"/>
          </a:xfrm>
        </p:spPr>
        <p:txBody>
          <a:bodyPr>
            <a:normAutofit/>
          </a:bodyPr>
          <a:lstStyle/>
          <a:p>
            <a:r>
              <a:rPr lang="en-US" sz="3200" dirty="0"/>
              <a:t>GDB commands &amp; ARM Assembly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364AB4-FD9D-47A5-9404-8448D621EA68}"/>
              </a:ext>
            </a:extLst>
          </p:cNvPr>
          <p:cNvSpPr txBox="1"/>
          <p:nvPr/>
        </p:nvSpPr>
        <p:spPr>
          <a:xfrm>
            <a:off x="1260088" y="1505415"/>
            <a:ext cx="29104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run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c (continue)</a:t>
            </a:r>
          </a:p>
          <a:p>
            <a:r>
              <a:rPr lang="en-US" dirty="0"/>
              <a:t>next/</a:t>
            </a:r>
            <a:r>
              <a:rPr lang="en-US" dirty="0" err="1"/>
              <a:t>nexti</a:t>
            </a:r>
            <a:endParaRPr lang="en-US" dirty="0"/>
          </a:p>
          <a:p>
            <a:r>
              <a:rPr lang="en-US" dirty="0"/>
              <a:t>finish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bt</a:t>
            </a:r>
            <a:r>
              <a:rPr lang="en-US" dirty="0"/>
              <a:t>(</a:t>
            </a:r>
            <a:r>
              <a:rPr lang="en-US" dirty="0" err="1"/>
              <a:t>backtrace</a:t>
            </a:r>
            <a:r>
              <a:rPr lang="en-US" dirty="0"/>
              <a:t> )</a:t>
            </a:r>
          </a:p>
          <a:p>
            <a:r>
              <a:rPr lang="en-US" altLang="zh-CN" dirty="0"/>
              <a:t>p(</a:t>
            </a:r>
            <a:r>
              <a:rPr lang="en-US" dirty="0"/>
              <a:t>print</a:t>
            </a:r>
            <a:r>
              <a:rPr lang="en-US" altLang="zh-CN" dirty="0"/>
              <a:t>)</a:t>
            </a:r>
          </a:p>
          <a:p>
            <a:endParaRPr lang="en-US" dirty="0"/>
          </a:p>
          <a:p>
            <a:r>
              <a:rPr lang="en-US" dirty="0"/>
              <a:t>disassemble </a:t>
            </a:r>
            <a:br>
              <a:rPr lang="en-US" dirty="0"/>
            </a:br>
            <a:r>
              <a:rPr lang="en-US" dirty="0"/>
              <a:t>info --- </a:t>
            </a:r>
            <a:r>
              <a:rPr lang="en-US" i="1" dirty="0"/>
              <a:t>register, breakpoints</a:t>
            </a:r>
          </a:p>
          <a:p>
            <a:r>
              <a:rPr lang="en-US" i="1" dirty="0"/>
              <a:t>x ADDR</a:t>
            </a:r>
          </a:p>
          <a:p>
            <a:r>
              <a:rPr lang="en-US" i="1" dirty="0"/>
              <a:t>x/i ADDR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F90A831-39B7-4ED9-8949-E63A01A20AB3}"/>
              </a:ext>
            </a:extLst>
          </p:cNvPr>
          <p:cNvSpPr txBox="1">
            <a:spLocks/>
          </p:cNvSpPr>
          <p:nvPr/>
        </p:nvSpPr>
        <p:spPr>
          <a:xfrm>
            <a:off x="2490243" y="2437125"/>
            <a:ext cx="8333874" cy="641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60504-5911-4D05-A180-9F3A74BB0B14}"/>
              </a:ext>
            </a:extLst>
          </p:cNvPr>
          <p:cNvSpPr txBox="1"/>
          <p:nvPr/>
        </p:nvSpPr>
        <p:spPr>
          <a:xfrm>
            <a:off x="6657180" y="1505415"/>
            <a:ext cx="29104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mov	</a:t>
            </a:r>
            <a:r>
              <a:rPr lang="en-US" altLang="zh-CN" dirty="0" err="1"/>
              <a:t>fp</a:t>
            </a:r>
            <a:r>
              <a:rPr lang="en-US" altLang="zh-CN" dirty="0"/>
              <a:t>, #0</a:t>
            </a:r>
          </a:p>
          <a:p>
            <a:endParaRPr lang="en-US" dirty="0"/>
          </a:p>
          <a:p>
            <a:r>
              <a:rPr lang="en-US" dirty="0" err="1"/>
              <a:t>ldr</a:t>
            </a:r>
            <a:r>
              <a:rPr lang="en-US" dirty="0"/>
              <a:t>	r0, [pc, #12]</a:t>
            </a:r>
          </a:p>
          <a:p>
            <a:r>
              <a:rPr lang="en-US" dirty="0"/>
              <a:t>str	r0, [</a:t>
            </a:r>
            <a:r>
              <a:rPr lang="en-US" dirty="0" err="1"/>
              <a:t>fp</a:t>
            </a:r>
            <a:r>
              <a:rPr lang="en-US" dirty="0"/>
              <a:t>, #-24]</a:t>
            </a:r>
          </a:p>
          <a:p>
            <a:endParaRPr lang="en-US" dirty="0"/>
          </a:p>
          <a:p>
            <a:r>
              <a:rPr lang="en-US" dirty="0"/>
              <a:t>push	{r0}	</a:t>
            </a:r>
          </a:p>
          <a:p>
            <a:r>
              <a:rPr lang="en-US" dirty="0"/>
              <a:t>pop	{</a:t>
            </a:r>
            <a:r>
              <a:rPr lang="en-US" dirty="0" err="1"/>
              <a:t>fp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bl	1043c &lt;func4&gt;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74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123</Words>
  <Application>Microsoft Office PowerPoint</Application>
  <PresentationFormat>宽屏</PresentationFormat>
  <Paragraphs>45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JESD 204B INTRODUCTION</dc:title>
  <dc:creator>Hongshuang Sun</dc:creator>
  <cp:lastModifiedBy>hongssun</cp:lastModifiedBy>
  <cp:revision>120</cp:revision>
  <dcterms:created xsi:type="dcterms:W3CDTF">2019-03-04T06:31:02Z</dcterms:created>
  <dcterms:modified xsi:type="dcterms:W3CDTF">2025-07-15T16:23:34Z</dcterms:modified>
</cp:coreProperties>
</file>